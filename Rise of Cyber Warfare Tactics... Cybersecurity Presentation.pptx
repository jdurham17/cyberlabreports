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3"/>
  </p:notesMasterIdLst>
  <p:sldIdLst>
    <p:sldId id="256" r:id="rId2"/>
    <p:sldId id="258" r:id="rId3"/>
    <p:sldId id="257" r:id="rId4"/>
    <p:sldId id="262" r:id="rId5"/>
    <p:sldId id="259" r:id="rId6"/>
    <p:sldId id="312" r:id="rId7"/>
    <p:sldId id="315" r:id="rId8"/>
    <p:sldId id="314" r:id="rId9"/>
    <p:sldId id="313" r:id="rId10"/>
    <p:sldId id="317" r:id="rId11"/>
    <p:sldId id="316" r:id="rId12"/>
  </p:sldIdLst>
  <p:sldSz cx="9144000" cy="5143500" type="screen16x9"/>
  <p:notesSz cx="6858000" cy="9144000"/>
  <p:embeddedFontLst>
    <p:embeddedFont>
      <p:font typeface="Archivo" panose="020B0604020202020204" charset="0"/>
      <p:regular r:id="rId14"/>
      <p:bold r:id="rId15"/>
      <p:italic r:id="rId16"/>
      <p:boldItalic r:id="rId17"/>
    </p:embeddedFont>
    <p:embeddedFont>
      <p:font typeface="Encode Sans" panose="020B0604020202020204" charset="0"/>
      <p:regular r:id="rId18"/>
      <p:bold r:id="rId19"/>
    </p:embeddedFont>
    <p:embeddedFont>
      <p:font typeface="Encode Sans Black" panose="020B0604020202020204" charset="0"/>
      <p:bold r:id="rId20"/>
    </p:embeddedFont>
    <p:embeddedFont>
      <p:font typeface="Encode Sans Medium" panose="020B0604020202020204" charset="0"/>
      <p:regular r:id="rId21"/>
      <p:bold r:id="rId22"/>
    </p:embeddedFont>
    <p:embeddedFont>
      <p:font typeface="Fredoka One" panose="02000000000000000000" pitchFamily="2" charset="0"/>
      <p:regular r:id="rId23"/>
    </p:embeddedFont>
    <p:embeddedFont>
      <p:font typeface="Palanquin Dark"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B0A0A7-11A8-4452-8281-72F495FD1B3B}" v="131" dt="2025-11-18T22:07:06.919"/>
  </p1510:revLst>
</p1510:revInfo>
</file>

<file path=ppt/tableStyles.xml><?xml version="1.0" encoding="utf-8"?>
<a:tblStyleLst xmlns:a="http://schemas.openxmlformats.org/drawingml/2006/main" def="{117A195D-B790-47F9-A82A-C856CA14ED19}">
  <a:tblStyle styleId="{117A195D-B790-47F9-A82A-C856CA14ED1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77" autoAdjust="0"/>
    <p:restoredTop sz="94660"/>
  </p:normalViewPr>
  <p:slideViewPr>
    <p:cSldViewPr snapToGrid="0">
      <p:cViewPr>
        <p:scale>
          <a:sx n="81" d="100"/>
          <a:sy n="81" d="100"/>
        </p:scale>
        <p:origin x="2220" y="1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son M Durham" userId="882efdbc-00a1-44eb-8f26-3384da59ac8b" providerId="ADAL" clId="{684F8DA6-C54D-4AC4-B57A-A151A034D6A0}"/>
    <pc:docChg chg="undo custSel addSld delSld modSld sldOrd delMainMaster">
      <pc:chgData name="Jamison M Durham" userId="882efdbc-00a1-44eb-8f26-3384da59ac8b" providerId="ADAL" clId="{684F8DA6-C54D-4AC4-B57A-A151A034D6A0}" dt="2025-11-19T16:15:52.933" v="9431" actId="113"/>
      <pc:docMkLst>
        <pc:docMk/>
      </pc:docMkLst>
      <pc:sldChg chg="addSp delSp modSp mod">
        <pc:chgData name="Jamison M Durham" userId="882efdbc-00a1-44eb-8f26-3384da59ac8b" providerId="ADAL" clId="{684F8DA6-C54D-4AC4-B57A-A151A034D6A0}" dt="2025-11-17T18:46:06.492" v="9220" actId="20577"/>
        <pc:sldMkLst>
          <pc:docMk/>
          <pc:sldMk cId="0" sldId="256"/>
        </pc:sldMkLst>
        <pc:spChg chg="mod">
          <ac:chgData name="Jamison M Durham" userId="882efdbc-00a1-44eb-8f26-3384da59ac8b" providerId="ADAL" clId="{684F8DA6-C54D-4AC4-B57A-A151A034D6A0}" dt="2025-11-17T04:11:47.500" v="9156" actId="20577"/>
          <ac:spMkLst>
            <pc:docMk/>
            <pc:sldMk cId="0" sldId="256"/>
            <ac:spMk id="296" creationId="{00000000-0000-0000-0000-000000000000}"/>
          </ac:spMkLst>
        </pc:spChg>
        <pc:spChg chg="mod">
          <ac:chgData name="Jamison M Durham" userId="882efdbc-00a1-44eb-8f26-3384da59ac8b" providerId="ADAL" clId="{684F8DA6-C54D-4AC4-B57A-A151A034D6A0}" dt="2025-11-17T18:46:06.492" v="9220" actId="20577"/>
          <ac:spMkLst>
            <pc:docMk/>
            <pc:sldMk cId="0" sldId="256"/>
            <ac:spMk id="297" creationId="{00000000-0000-0000-0000-000000000000}"/>
          </ac:spMkLst>
        </pc:spChg>
        <pc:picChg chg="add mod ord">
          <ac:chgData name="Jamison M Durham" userId="882efdbc-00a1-44eb-8f26-3384da59ac8b" providerId="ADAL" clId="{684F8DA6-C54D-4AC4-B57A-A151A034D6A0}" dt="2025-11-12T03:28:46.008" v="350" actId="1076"/>
          <ac:picMkLst>
            <pc:docMk/>
            <pc:sldMk cId="0" sldId="256"/>
            <ac:picMk id="31" creationId="{4B9FB54B-B86A-07EC-6973-3C1165B353A5}"/>
          </ac:picMkLst>
        </pc:picChg>
      </pc:sldChg>
      <pc:sldChg chg="addSp delSp modSp mod">
        <pc:chgData name="Jamison M Durham" userId="882efdbc-00a1-44eb-8f26-3384da59ac8b" providerId="ADAL" clId="{684F8DA6-C54D-4AC4-B57A-A151A034D6A0}" dt="2025-11-19T16:15:52.933" v="9431" actId="113"/>
        <pc:sldMkLst>
          <pc:docMk/>
          <pc:sldMk cId="0" sldId="257"/>
        </pc:sldMkLst>
        <pc:spChg chg="add mod">
          <ac:chgData name="Jamison M Durham" userId="882efdbc-00a1-44eb-8f26-3384da59ac8b" providerId="ADAL" clId="{684F8DA6-C54D-4AC4-B57A-A151A034D6A0}" dt="2025-11-17T01:58:04.643" v="1119" actId="1076"/>
          <ac:spMkLst>
            <pc:docMk/>
            <pc:sldMk cId="0" sldId="257"/>
            <ac:spMk id="3" creationId="{1495B222-79FB-DBC8-918E-3FDE14FE6A40}"/>
          </ac:spMkLst>
        </pc:spChg>
        <pc:spChg chg="mod">
          <ac:chgData name="Jamison M Durham" userId="882efdbc-00a1-44eb-8f26-3384da59ac8b" providerId="ADAL" clId="{684F8DA6-C54D-4AC4-B57A-A151A034D6A0}" dt="2025-11-19T16:15:52.933" v="9431" actId="113"/>
          <ac:spMkLst>
            <pc:docMk/>
            <pc:sldMk cId="0" sldId="257"/>
            <ac:spMk id="302" creationId="{00000000-0000-0000-0000-000000000000}"/>
          </ac:spMkLst>
        </pc:spChg>
        <pc:spChg chg="mod">
          <ac:chgData name="Jamison M Durham" userId="882efdbc-00a1-44eb-8f26-3384da59ac8b" providerId="ADAL" clId="{684F8DA6-C54D-4AC4-B57A-A151A034D6A0}" dt="2025-11-19T06:02:32.293" v="9389" actId="6549"/>
          <ac:spMkLst>
            <pc:docMk/>
            <pc:sldMk cId="0" sldId="257"/>
            <ac:spMk id="304" creationId="{00000000-0000-0000-0000-000000000000}"/>
          </ac:spMkLst>
        </pc:spChg>
        <pc:picChg chg="add del mod">
          <ac:chgData name="Jamison M Durham" userId="882efdbc-00a1-44eb-8f26-3384da59ac8b" providerId="ADAL" clId="{684F8DA6-C54D-4AC4-B57A-A151A034D6A0}" dt="2025-11-17T01:58:50.823" v="1127" actId="1076"/>
          <ac:picMkLst>
            <pc:docMk/>
            <pc:sldMk cId="0" sldId="257"/>
            <ac:picMk id="1026" creationId="{CB6512FF-ECF7-BB77-504B-7EF4081FF6BF}"/>
          </ac:picMkLst>
        </pc:picChg>
        <pc:picChg chg="add del mod">
          <ac:chgData name="Jamison M Durham" userId="882efdbc-00a1-44eb-8f26-3384da59ac8b" providerId="ADAL" clId="{684F8DA6-C54D-4AC4-B57A-A151A034D6A0}" dt="2025-11-17T01:58:53.741" v="1128" actId="1076"/>
          <ac:picMkLst>
            <pc:docMk/>
            <pc:sldMk cId="0" sldId="257"/>
            <ac:picMk id="1028" creationId="{9D5A11C5-9605-B3DF-D6AE-16CBE334C3A4}"/>
          </ac:picMkLst>
        </pc:picChg>
        <pc:picChg chg="add mod">
          <ac:chgData name="Jamison M Durham" userId="882efdbc-00a1-44eb-8f26-3384da59ac8b" providerId="ADAL" clId="{684F8DA6-C54D-4AC4-B57A-A151A034D6A0}" dt="2025-11-17T01:59:24.412" v="1132" actId="1076"/>
          <ac:picMkLst>
            <pc:docMk/>
            <pc:sldMk cId="0" sldId="257"/>
            <ac:picMk id="1030" creationId="{1E3D6B43-1ED6-AE7F-6242-C79019E244B4}"/>
          </ac:picMkLst>
        </pc:picChg>
        <pc:picChg chg="add mod">
          <ac:chgData name="Jamison M Durham" userId="882efdbc-00a1-44eb-8f26-3384da59ac8b" providerId="ADAL" clId="{684F8DA6-C54D-4AC4-B57A-A151A034D6A0}" dt="2025-11-17T01:59:02.384" v="1129" actId="1076"/>
          <ac:picMkLst>
            <pc:docMk/>
            <pc:sldMk cId="0" sldId="257"/>
            <ac:picMk id="1032" creationId="{3915ED0F-0FD6-71AA-6B4A-B0A5A60CE435}"/>
          </ac:picMkLst>
        </pc:picChg>
      </pc:sldChg>
      <pc:sldChg chg="addSp delSp modSp mod ord modNotes">
        <pc:chgData name="Jamison M Durham" userId="882efdbc-00a1-44eb-8f26-3384da59ac8b" providerId="ADAL" clId="{684F8DA6-C54D-4AC4-B57A-A151A034D6A0}" dt="2025-11-18T22:08:35.572" v="9388" actId="20577"/>
        <pc:sldMkLst>
          <pc:docMk/>
          <pc:sldMk cId="0" sldId="258"/>
        </pc:sldMkLst>
        <pc:spChg chg="mod">
          <ac:chgData name="Jamison M Durham" userId="882efdbc-00a1-44eb-8f26-3384da59ac8b" providerId="ADAL" clId="{684F8DA6-C54D-4AC4-B57A-A151A034D6A0}" dt="2025-11-18T22:08:35.572" v="9388" actId="20577"/>
          <ac:spMkLst>
            <pc:docMk/>
            <pc:sldMk cId="0" sldId="258"/>
            <ac:spMk id="312" creationId="{00000000-0000-0000-0000-000000000000}"/>
          </ac:spMkLst>
        </pc:spChg>
        <pc:spChg chg="mod">
          <ac:chgData name="Jamison M Durham" userId="882efdbc-00a1-44eb-8f26-3384da59ac8b" providerId="ADAL" clId="{684F8DA6-C54D-4AC4-B57A-A151A034D6A0}" dt="2025-11-17T02:00:09.138" v="1160" actId="1076"/>
          <ac:spMkLst>
            <pc:docMk/>
            <pc:sldMk cId="0" sldId="258"/>
            <ac:spMk id="313" creationId="{00000000-0000-0000-0000-000000000000}"/>
          </ac:spMkLst>
        </pc:spChg>
        <pc:picChg chg="add mod">
          <ac:chgData name="Jamison M Durham" userId="882efdbc-00a1-44eb-8f26-3384da59ac8b" providerId="ADAL" clId="{684F8DA6-C54D-4AC4-B57A-A151A034D6A0}" dt="2025-11-17T18:59:39.522" v="9337" actId="14100"/>
          <ac:picMkLst>
            <pc:docMk/>
            <pc:sldMk cId="0" sldId="258"/>
            <ac:picMk id="4098" creationId="{E481F6CE-5C81-1236-9CEC-28B803E7C831}"/>
          </ac:picMkLst>
        </pc:picChg>
      </pc:sldChg>
      <pc:sldChg chg="addSp delSp modSp mod">
        <pc:chgData name="Jamison M Durham" userId="882efdbc-00a1-44eb-8f26-3384da59ac8b" providerId="ADAL" clId="{684F8DA6-C54D-4AC4-B57A-A151A034D6A0}" dt="2025-11-19T15:40:50.314" v="9415" actId="1037"/>
        <pc:sldMkLst>
          <pc:docMk/>
          <pc:sldMk cId="0" sldId="259"/>
        </pc:sldMkLst>
        <pc:spChg chg="add mod">
          <ac:chgData name="Jamison M Durham" userId="882efdbc-00a1-44eb-8f26-3384da59ac8b" providerId="ADAL" clId="{684F8DA6-C54D-4AC4-B57A-A151A034D6A0}" dt="2025-11-17T02:45:50.522" v="3591" actId="20577"/>
          <ac:spMkLst>
            <pc:docMk/>
            <pc:sldMk cId="0" sldId="259"/>
            <ac:spMk id="20" creationId="{9274985B-FB70-F2E6-7FE5-232494B3C23B}"/>
          </ac:spMkLst>
        </pc:spChg>
        <pc:spChg chg="add mod">
          <ac:chgData name="Jamison M Durham" userId="882efdbc-00a1-44eb-8f26-3384da59ac8b" providerId="ADAL" clId="{684F8DA6-C54D-4AC4-B57A-A151A034D6A0}" dt="2025-11-17T03:05:30.906" v="4461" actId="1076"/>
          <ac:spMkLst>
            <pc:docMk/>
            <pc:sldMk cId="0" sldId="259"/>
            <ac:spMk id="21" creationId="{C16B1FCB-A3BF-12BD-6391-938DC1955E20}"/>
          </ac:spMkLst>
        </pc:spChg>
        <pc:spChg chg="add mod">
          <ac:chgData name="Jamison M Durham" userId="882efdbc-00a1-44eb-8f26-3384da59ac8b" providerId="ADAL" clId="{684F8DA6-C54D-4AC4-B57A-A151A034D6A0}" dt="2025-11-19T15:40:50.314" v="9415" actId="1037"/>
          <ac:spMkLst>
            <pc:docMk/>
            <pc:sldMk cId="0" sldId="259"/>
            <ac:spMk id="22" creationId="{928EC4B4-4F16-863F-703C-D6E7957CD778}"/>
          </ac:spMkLst>
        </pc:spChg>
        <pc:spChg chg="mod">
          <ac:chgData name="Jamison M Durham" userId="882efdbc-00a1-44eb-8f26-3384da59ac8b" providerId="ADAL" clId="{684F8DA6-C54D-4AC4-B57A-A151A034D6A0}" dt="2025-11-17T03:35:18.145" v="6974"/>
          <ac:spMkLst>
            <pc:docMk/>
            <pc:sldMk cId="0" sldId="259"/>
            <ac:spMk id="24" creationId="{796FCD4B-EB24-8A89-DF52-8D0B85E03904}"/>
          </ac:spMkLst>
        </pc:spChg>
        <pc:spChg chg="mod">
          <ac:chgData name="Jamison M Durham" userId="882efdbc-00a1-44eb-8f26-3384da59ac8b" providerId="ADAL" clId="{684F8DA6-C54D-4AC4-B57A-A151A034D6A0}" dt="2025-11-17T03:35:18.145" v="6974"/>
          <ac:spMkLst>
            <pc:docMk/>
            <pc:sldMk cId="0" sldId="259"/>
            <ac:spMk id="25" creationId="{7CCF46D5-B5CA-48D0-E21D-C69D57762B1D}"/>
          </ac:spMkLst>
        </pc:spChg>
        <pc:spChg chg="mod">
          <ac:chgData name="Jamison M Durham" userId="882efdbc-00a1-44eb-8f26-3384da59ac8b" providerId="ADAL" clId="{684F8DA6-C54D-4AC4-B57A-A151A034D6A0}" dt="2025-11-17T03:35:18.145" v="6974"/>
          <ac:spMkLst>
            <pc:docMk/>
            <pc:sldMk cId="0" sldId="259"/>
            <ac:spMk id="26" creationId="{40624A69-4459-DC86-06AC-116B0D4F74A3}"/>
          </ac:spMkLst>
        </pc:spChg>
        <pc:spChg chg="mod">
          <ac:chgData name="Jamison M Durham" userId="882efdbc-00a1-44eb-8f26-3384da59ac8b" providerId="ADAL" clId="{684F8DA6-C54D-4AC4-B57A-A151A034D6A0}" dt="2025-11-17T03:35:18.145" v="6974"/>
          <ac:spMkLst>
            <pc:docMk/>
            <pc:sldMk cId="0" sldId="259"/>
            <ac:spMk id="27" creationId="{611B4094-63E5-30FE-95C0-FF2374D3D914}"/>
          </ac:spMkLst>
        </pc:spChg>
        <pc:spChg chg="mod">
          <ac:chgData name="Jamison M Durham" userId="882efdbc-00a1-44eb-8f26-3384da59ac8b" providerId="ADAL" clId="{684F8DA6-C54D-4AC4-B57A-A151A034D6A0}" dt="2025-11-17T03:35:18.145" v="6974"/>
          <ac:spMkLst>
            <pc:docMk/>
            <pc:sldMk cId="0" sldId="259"/>
            <ac:spMk id="28" creationId="{0A2B35A9-68D5-E56A-B53A-53C91A05F7B0}"/>
          </ac:spMkLst>
        </pc:spChg>
        <pc:spChg chg="mod">
          <ac:chgData name="Jamison M Durham" userId="882efdbc-00a1-44eb-8f26-3384da59ac8b" providerId="ADAL" clId="{684F8DA6-C54D-4AC4-B57A-A151A034D6A0}" dt="2025-11-17T03:35:18.145" v="6974"/>
          <ac:spMkLst>
            <pc:docMk/>
            <pc:sldMk cId="0" sldId="259"/>
            <ac:spMk id="29" creationId="{09C3CC50-6164-FE2E-B03A-89D9849B0B56}"/>
          </ac:spMkLst>
        </pc:spChg>
        <pc:spChg chg="mod">
          <ac:chgData name="Jamison M Durham" userId="882efdbc-00a1-44eb-8f26-3384da59ac8b" providerId="ADAL" clId="{684F8DA6-C54D-4AC4-B57A-A151A034D6A0}" dt="2025-11-17T03:35:18.145" v="6974"/>
          <ac:spMkLst>
            <pc:docMk/>
            <pc:sldMk cId="0" sldId="259"/>
            <ac:spMk id="30" creationId="{1E835CB5-EA68-D35F-DA5D-DABEDCAAB715}"/>
          </ac:spMkLst>
        </pc:spChg>
        <pc:spChg chg="mod">
          <ac:chgData name="Jamison M Durham" userId="882efdbc-00a1-44eb-8f26-3384da59ac8b" providerId="ADAL" clId="{684F8DA6-C54D-4AC4-B57A-A151A034D6A0}" dt="2025-11-17T02:45:15.689" v="3581" actId="1076"/>
          <ac:spMkLst>
            <pc:docMk/>
            <pc:sldMk cId="0" sldId="259"/>
            <ac:spMk id="322" creationId="{00000000-0000-0000-0000-000000000000}"/>
          </ac:spMkLst>
        </pc:spChg>
        <pc:spChg chg="mod">
          <ac:chgData name="Jamison M Durham" userId="882efdbc-00a1-44eb-8f26-3384da59ac8b" providerId="ADAL" clId="{684F8DA6-C54D-4AC4-B57A-A151A034D6A0}" dt="2025-11-17T04:07:51.039" v="9135" actId="2"/>
          <ac:spMkLst>
            <pc:docMk/>
            <pc:sldMk cId="0" sldId="259"/>
            <ac:spMk id="323" creationId="{00000000-0000-0000-0000-000000000000}"/>
          </ac:spMkLst>
        </pc:spChg>
        <pc:spChg chg="mod">
          <ac:chgData name="Jamison M Durham" userId="882efdbc-00a1-44eb-8f26-3384da59ac8b" providerId="ADAL" clId="{684F8DA6-C54D-4AC4-B57A-A151A034D6A0}" dt="2025-11-17T02:48:15.631" v="3649" actId="1076"/>
          <ac:spMkLst>
            <pc:docMk/>
            <pc:sldMk cId="0" sldId="259"/>
            <ac:spMk id="325" creationId="{00000000-0000-0000-0000-000000000000}"/>
          </ac:spMkLst>
        </pc:spChg>
        <pc:spChg chg="add del mod">
          <ac:chgData name="Jamison M Durham" userId="882efdbc-00a1-44eb-8f26-3384da59ac8b" providerId="ADAL" clId="{684F8DA6-C54D-4AC4-B57A-A151A034D6A0}" dt="2025-11-17T02:45:11.922" v="3580" actId="1076"/>
          <ac:spMkLst>
            <pc:docMk/>
            <pc:sldMk cId="0" sldId="259"/>
            <ac:spMk id="327" creationId="{00000000-0000-0000-0000-000000000000}"/>
          </ac:spMkLst>
        </pc:spChg>
        <pc:grpChg chg="add mod">
          <ac:chgData name="Jamison M Durham" userId="882efdbc-00a1-44eb-8f26-3384da59ac8b" providerId="ADAL" clId="{684F8DA6-C54D-4AC4-B57A-A151A034D6A0}" dt="2025-11-17T03:35:33.137" v="6979" actId="1076"/>
          <ac:grpSpMkLst>
            <pc:docMk/>
            <pc:sldMk cId="0" sldId="259"/>
            <ac:grpSpMk id="23" creationId="{A1241850-FD11-28B1-AC18-12708DFA63A0}"/>
          </ac:grpSpMkLst>
        </pc:grpChg>
      </pc:sldChg>
      <pc:sldChg chg="addSp delSp modSp mod ord modNotes">
        <pc:chgData name="Jamison M Durham" userId="882efdbc-00a1-44eb-8f26-3384da59ac8b" providerId="ADAL" clId="{684F8DA6-C54D-4AC4-B57A-A151A034D6A0}" dt="2025-11-18T22:08:29.275" v="9385" actId="20577"/>
        <pc:sldMkLst>
          <pc:docMk/>
          <pc:sldMk cId="0" sldId="262"/>
        </pc:sldMkLst>
        <pc:spChg chg="mod">
          <ac:chgData name="Jamison M Durham" userId="882efdbc-00a1-44eb-8f26-3384da59ac8b" providerId="ADAL" clId="{684F8DA6-C54D-4AC4-B57A-A151A034D6A0}" dt="2025-11-18T22:08:29.275" v="9385" actId="20577"/>
          <ac:spMkLst>
            <pc:docMk/>
            <pc:sldMk cId="0" sldId="262"/>
            <ac:spMk id="360" creationId="{00000000-0000-0000-0000-000000000000}"/>
          </ac:spMkLst>
        </pc:spChg>
        <pc:spChg chg="mod">
          <ac:chgData name="Jamison M Durham" userId="882efdbc-00a1-44eb-8f26-3384da59ac8b" providerId="ADAL" clId="{684F8DA6-C54D-4AC4-B57A-A151A034D6A0}" dt="2025-11-17T02:38:02.357" v="2971" actId="1076"/>
          <ac:spMkLst>
            <pc:docMk/>
            <pc:sldMk cId="0" sldId="262"/>
            <ac:spMk id="361" creationId="{00000000-0000-0000-0000-000000000000}"/>
          </ac:spMkLst>
        </pc:spChg>
        <pc:picChg chg="add mod">
          <ac:chgData name="Jamison M Durham" userId="882efdbc-00a1-44eb-8f26-3384da59ac8b" providerId="ADAL" clId="{684F8DA6-C54D-4AC4-B57A-A151A034D6A0}" dt="2025-11-17T02:49:20.979" v="3655" actId="1076"/>
          <ac:picMkLst>
            <pc:docMk/>
            <pc:sldMk cId="0" sldId="262"/>
            <ac:picMk id="1026" creationId="{C532A0DA-9E69-4870-4A72-169E1834BB8F}"/>
          </ac:picMkLst>
        </pc:picChg>
      </pc:sldChg>
      <pc:sldChg chg="addSp delSp modSp add mod ord">
        <pc:chgData name="Jamison M Durham" userId="882efdbc-00a1-44eb-8f26-3384da59ac8b" providerId="ADAL" clId="{684F8DA6-C54D-4AC4-B57A-A151A034D6A0}" dt="2025-11-19T06:05:29.979" v="9392" actId="20577"/>
        <pc:sldMkLst>
          <pc:docMk/>
          <pc:sldMk cId="1545333957" sldId="312"/>
        </pc:sldMkLst>
        <pc:spChg chg="add mod">
          <ac:chgData name="Jamison M Durham" userId="882efdbc-00a1-44eb-8f26-3384da59ac8b" providerId="ADAL" clId="{684F8DA6-C54D-4AC4-B57A-A151A034D6A0}" dt="2025-11-19T06:05:29.979" v="9392" actId="20577"/>
          <ac:spMkLst>
            <pc:docMk/>
            <pc:sldMk cId="1545333957" sldId="312"/>
            <ac:spMk id="2" creationId="{6B693EAB-2E4D-3E0D-F885-A1AE1D6DA355}"/>
          </ac:spMkLst>
        </pc:spChg>
        <pc:spChg chg="mod">
          <ac:chgData name="Jamison M Durham" userId="882efdbc-00a1-44eb-8f26-3384da59ac8b" providerId="ADAL" clId="{684F8DA6-C54D-4AC4-B57A-A151A034D6A0}" dt="2025-11-17T03:06:51.087" v="4494" actId="1076"/>
          <ac:spMkLst>
            <pc:docMk/>
            <pc:sldMk cId="1545333957" sldId="312"/>
            <ac:spMk id="21" creationId="{491EA5F2-B524-A532-AF3E-405631A416C1}"/>
          </ac:spMkLst>
        </pc:spChg>
        <pc:spChg chg="mod">
          <ac:chgData name="Jamison M Durham" userId="882efdbc-00a1-44eb-8f26-3384da59ac8b" providerId="ADAL" clId="{684F8DA6-C54D-4AC4-B57A-A151A034D6A0}" dt="2025-11-17T03:15:45.461" v="5162" actId="20577"/>
          <ac:spMkLst>
            <pc:docMk/>
            <pc:sldMk cId="1545333957" sldId="312"/>
            <ac:spMk id="325" creationId="{17690FFE-85D1-EE32-27BC-CF87E1DE2EDD}"/>
          </ac:spMkLst>
        </pc:spChg>
        <pc:spChg chg="mod">
          <ac:chgData name="Jamison M Durham" userId="882efdbc-00a1-44eb-8f26-3384da59ac8b" providerId="ADAL" clId="{684F8DA6-C54D-4AC4-B57A-A151A034D6A0}" dt="2025-11-17T03:00:01.658" v="4398" actId="20577"/>
          <ac:spMkLst>
            <pc:docMk/>
            <pc:sldMk cId="1545333957" sldId="312"/>
            <ac:spMk id="327" creationId="{902FEC53-3C9D-5220-4AA4-B2079AFDE39E}"/>
          </ac:spMkLst>
        </pc:spChg>
        <pc:picChg chg="add mod">
          <ac:chgData name="Jamison M Durham" userId="882efdbc-00a1-44eb-8f26-3384da59ac8b" providerId="ADAL" clId="{684F8DA6-C54D-4AC4-B57A-A151A034D6A0}" dt="2025-11-17T03:16:19.315" v="5164" actId="1076"/>
          <ac:picMkLst>
            <pc:docMk/>
            <pc:sldMk cId="1545333957" sldId="312"/>
            <ac:picMk id="2050" creationId="{CA58A715-EA4F-1E6B-12C6-C746CC5AC020}"/>
          </ac:picMkLst>
        </pc:picChg>
      </pc:sldChg>
      <pc:sldChg chg="addSp delSp modSp add mod ord">
        <pc:chgData name="Jamison M Durham" userId="882efdbc-00a1-44eb-8f26-3384da59ac8b" providerId="ADAL" clId="{684F8DA6-C54D-4AC4-B57A-A151A034D6A0}" dt="2025-11-19T16:00:51.744" v="9430" actId="20577"/>
        <pc:sldMkLst>
          <pc:docMk/>
          <pc:sldMk cId="4023788077" sldId="313"/>
        </pc:sldMkLst>
        <pc:spChg chg="mod">
          <ac:chgData name="Jamison M Durham" userId="882efdbc-00a1-44eb-8f26-3384da59ac8b" providerId="ADAL" clId="{684F8DA6-C54D-4AC4-B57A-A151A034D6A0}" dt="2025-11-19T16:00:51.744" v="9430" actId="20577"/>
          <ac:spMkLst>
            <pc:docMk/>
            <pc:sldMk cId="4023788077" sldId="313"/>
            <ac:spMk id="2" creationId="{68798969-B251-E432-07EB-0E646FFDF9BC}"/>
          </ac:spMkLst>
        </pc:spChg>
        <pc:spChg chg="mod">
          <ac:chgData name="Jamison M Durham" userId="882efdbc-00a1-44eb-8f26-3384da59ac8b" providerId="ADAL" clId="{684F8DA6-C54D-4AC4-B57A-A151A034D6A0}" dt="2025-11-17T03:36:46.162" v="6980"/>
          <ac:spMkLst>
            <pc:docMk/>
            <pc:sldMk cId="4023788077" sldId="313"/>
            <ac:spMk id="8" creationId="{1E73A91B-4A69-4756-136B-6A355A28D3DF}"/>
          </ac:spMkLst>
        </pc:spChg>
        <pc:spChg chg="mod">
          <ac:chgData name="Jamison M Durham" userId="882efdbc-00a1-44eb-8f26-3384da59ac8b" providerId="ADAL" clId="{684F8DA6-C54D-4AC4-B57A-A151A034D6A0}" dt="2025-11-17T03:36:46.162" v="6980"/>
          <ac:spMkLst>
            <pc:docMk/>
            <pc:sldMk cId="4023788077" sldId="313"/>
            <ac:spMk id="10" creationId="{044ACACF-4263-C941-6EFE-19019C6C2E20}"/>
          </ac:spMkLst>
        </pc:spChg>
        <pc:spChg chg="mod">
          <ac:chgData name="Jamison M Durham" userId="882efdbc-00a1-44eb-8f26-3384da59ac8b" providerId="ADAL" clId="{684F8DA6-C54D-4AC4-B57A-A151A034D6A0}" dt="2025-11-17T03:36:46.162" v="6980"/>
          <ac:spMkLst>
            <pc:docMk/>
            <pc:sldMk cId="4023788077" sldId="313"/>
            <ac:spMk id="11" creationId="{1CDDD103-E3F3-0B60-F19F-8797CB4FC12E}"/>
          </ac:spMkLst>
        </pc:spChg>
        <pc:spChg chg="mod">
          <ac:chgData name="Jamison M Durham" userId="882efdbc-00a1-44eb-8f26-3384da59ac8b" providerId="ADAL" clId="{684F8DA6-C54D-4AC4-B57A-A151A034D6A0}" dt="2025-11-17T03:36:46.162" v="6980"/>
          <ac:spMkLst>
            <pc:docMk/>
            <pc:sldMk cId="4023788077" sldId="313"/>
            <ac:spMk id="12" creationId="{24D0229A-D083-DF88-51AC-827CDC8C10C8}"/>
          </ac:spMkLst>
        </pc:spChg>
        <pc:spChg chg="mod">
          <ac:chgData name="Jamison M Durham" userId="882efdbc-00a1-44eb-8f26-3384da59ac8b" providerId="ADAL" clId="{684F8DA6-C54D-4AC4-B57A-A151A034D6A0}" dt="2025-11-17T03:36:46.162" v="6980"/>
          <ac:spMkLst>
            <pc:docMk/>
            <pc:sldMk cId="4023788077" sldId="313"/>
            <ac:spMk id="13" creationId="{1440E591-D402-2549-259C-3A87F287A282}"/>
          </ac:spMkLst>
        </pc:spChg>
        <pc:spChg chg="mod">
          <ac:chgData name="Jamison M Durham" userId="882efdbc-00a1-44eb-8f26-3384da59ac8b" providerId="ADAL" clId="{684F8DA6-C54D-4AC4-B57A-A151A034D6A0}" dt="2025-11-17T03:36:46.162" v="6980"/>
          <ac:spMkLst>
            <pc:docMk/>
            <pc:sldMk cId="4023788077" sldId="313"/>
            <ac:spMk id="14" creationId="{9B8F087C-20B5-B42E-C459-4DBBE6387DF6}"/>
          </ac:spMkLst>
        </pc:spChg>
        <pc:spChg chg="mod">
          <ac:chgData name="Jamison M Durham" userId="882efdbc-00a1-44eb-8f26-3384da59ac8b" providerId="ADAL" clId="{684F8DA6-C54D-4AC4-B57A-A151A034D6A0}" dt="2025-11-17T03:36:46.162" v="6980"/>
          <ac:spMkLst>
            <pc:docMk/>
            <pc:sldMk cId="4023788077" sldId="313"/>
            <ac:spMk id="18" creationId="{35639066-D3FA-B8F3-C84D-67A915AC81E2}"/>
          </ac:spMkLst>
        </pc:spChg>
        <pc:spChg chg="mod">
          <ac:chgData name="Jamison M Durham" userId="882efdbc-00a1-44eb-8f26-3384da59ac8b" providerId="ADAL" clId="{684F8DA6-C54D-4AC4-B57A-A151A034D6A0}" dt="2025-11-17T03:36:46.162" v="6980"/>
          <ac:spMkLst>
            <pc:docMk/>
            <pc:sldMk cId="4023788077" sldId="313"/>
            <ac:spMk id="19" creationId="{FAF6D4DB-B41D-986A-914F-3131EA5530FE}"/>
          </ac:spMkLst>
        </pc:spChg>
        <pc:spChg chg="mod">
          <ac:chgData name="Jamison M Durham" userId="882efdbc-00a1-44eb-8f26-3384da59ac8b" providerId="ADAL" clId="{684F8DA6-C54D-4AC4-B57A-A151A034D6A0}" dt="2025-11-17T03:36:46.162" v="6980"/>
          <ac:spMkLst>
            <pc:docMk/>
            <pc:sldMk cId="4023788077" sldId="313"/>
            <ac:spMk id="20" creationId="{E5047475-0FB3-A2AA-957D-0242B119BCFB}"/>
          </ac:spMkLst>
        </pc:spChg>
        <pc:spChg chg="mod">
          <ac:chgData name="Jamison M Durham" userId="882efdbc-00a1-44eb-8f26-3384da59ac8b" providerId="ADAL" clId="{684F8DA6-C54D-4AC4-B57A-A151A034D6A0}" dt="2025-11-17T03:36:46.162" v="6980"/>
          <ac:spMkLst>
            <pc:docMk/>
            <pc:sldMk cId="4023788077" sldId="313"/>
            <ac:spMk id="23" creationId="{5DFE10C5-3946-A2CF-5730-AD09958F9597}"/>
          </ac:spMkLst>
        </pc:spChg>
        <pc:spChg chg="mod">
          <ac:chgData name="Jamison M Durham" userId="882efdbc-00a1-44eb-8f26-3384da59ac8b" providerId="ADAL" clId="{684F8DA6-C54D-4AC4-B57A-A151A034D6A0}" dt="2025-11-17T18:54:20.181" v="9334" actId="1076"/>
          <ac:spMkLst>
            <pc:docMk/>
            <pc:sldMk cId="4023788077" sldId="313"/>
            <ac:spMk id="325" creationId="{F9A29AD1-F207-9BC0-27EB-A5BC2CB5BF5A}"/>
          </ac:spMkLst>
        </pc:spChg>
        <pc:grpChg chg="mod">
          <ac:chgData name="Jamison M Durham" userId="882efdbc-00a1-44eb-8f26-3384da59ac8b" providerId="ADAL" clId="{684F8DA6-C54D-4AC4-B57A-A151A034D6A0}" dt="2025-11-17T03:36:54.205" v="6983" actId="1076"/>
          <ac:grpSpMkLst>
            <pc:docMk/>
            <pc:sldMk cId="4023788077" sldId="313"/>
            <ac:grpSpMk id="5" creationId="{5A990C8C-4E7F-52C1-9E89-D2A03B404069}"/>
          </ac:grpSpMkLst>
        </pc:grpChg>
      </pc:sldChg>
      <pc:sldChg chg="addSp modSp add mod ord">
        <pc:chgData name="Jamison M Durham" userId="882efdbc-00a1-44eb-8f26-3384da59ac8b" providerId="ADAL" clId="{684F8DA6-C54D-4AC4-B57A-A151A034D6A0}" dt="2025-11-17T18:48:00.565" v="9226"/>
        <pc:sldMkLst>
          <pc:docMk/>
          <pc:sldMk cId="2634382979" sldId="314"/>
        </pc:sldMkLst>
        <pc:spChg chg="mod">
          <ac:chgData name="Jamison M Durham" userId="882efdbc-00a1-44eb-8f26-3384da59ac8b" providerId="ADAL" clId="{684F8DA6-C54D-4AC4-B57A-A151A034D6A0}" dt="2025-11-17T03:49:49.970" v="7913" actId="20577"/>
          <ac:spMkLst>
            <pc:docMk/>
            <pc:sldMk cId="2634382979" sldId="314"/>
            <ac:spMk id="2" creationId="{C8787FE1-F79A-3610-5EED-55DB6884D1D0}"/>
          </ac:spMkLst>
        </pc:spChg>
        <pc:spChg chg="mod">
          <ac:chgData name="Jamison M Durham" userId="882efdbc-00a1-44eb-8f26-3384da59ac8b" providerId="ADAL" clId="{684F8DA6-C54D-4AC4-B57A-A151A034D6A0}" dt="2025-11-17T03:37:38.897" v="7044" actId="20577"/>
          <ac:spMkLst>
            <pc:docMk/>
            <pc:sldMk cId="2634382979" sldId="314"/>
            <ac:spMk id="325" creationId="{F2484CE8-BCE0-1603-5B16-79A841FCC3DA}"/>
          </ac:spMkLst>
        </pc:spChg>
        <pc:picChg chg="add mod">
          <ac:chgData name="Jamison M Durham" userId="882efdbc-00a1-44eb-8f26-3384da59ac8b" providerId="ADAL" clId="{684F8DA6-C54D-4AC4-B57A-A151A034D6A0}" dt="2025-11-17T03:49:55.496" v="7915" actId="1076"/>
          <ac:picMkLst>
            <pc:docMk/>
            <pc:sldMk cId="2634382979" sldId="314"/>
            <ac:picMk id="4" creationId="{1F51CE80-D07C-1DF5-CDB0-D7E036143DE1}"/>
          </ac:picMkLst>
        </pc:picChg>
      </pc:sldChg>
      <pc:sldChg chg="delSp modSp add mod ord">
        <pc:chgData name="Jamison M Durham" userId="882efdbc-00a1-44eb-8f26-3384da59ac8b" providerId="ADAL" clId="{684F8DA6-C54D-4AC4-B57A-A151A034D6A0}" dt="2025-11-17T18:47:57.095" v="9224"/>
        <pc:sldMkLst>
          <pc:docMk/>
          <pc:sldMk cId="2821255900" sldId="315"/>
        </pc:sldMkLst>
        <pc:spChg chg="mod">
          <ac:chgData name="Jamison M Durham" userId="882efdbc-00a1-44eb-8f26-3384da59ac8b" providerId="ADAL" clId="{684F8DA6-C54D-4AC4-B57A-A151A034D6A0}" dt="2025-11-17T04:02:26.544" v="9032" actId="20577"/>
          <ac:spMkLst>
            <pc:docMk/>
            <pc:sldMk cId="2821255900" sldId="315"/>
            <ac:spMk id="2" creationId="{27342E2A-944C-69C7-879D-20A758351A87}"/>
          </ac:spMkLst>
        </pc:spChg>
        <pc:spChg chg="mod">
          <ac:chgData name="Jamison M Durham" userId="882efdbc-00a1-44eb-8f26-3384da59ac8b" providerId="ADAL" clId="{684F8DA6-C54D-4AC4-B57A-A151A034D6A0}" dt="2025-11-17T03:50:32.275" v="7959" actId="20577"/>
          <ac:spMkLst>
            <pc:docMk/>
            <pc:sldMk cId="2821255900" sldId="315"/>
            <ac:spMk id="325" creationId="{5E9310DA-7CCC-925C-C8AD-21D5605CC820}"/>
          </ac:spMkLst>
        </pc:spChg>
      </pc:sldChg>
      <pc:sldChg chg="addSp delSp modSp add mod ord">
        <pc:chgData name="Jamison M Durham" userId="882efdbc-00a1-44eb-8f26-3384da59ac8b" providerId="ADAL" clId="{684F8DA6-C54D-4AC4-B57A-A151A034D6A0}" dt="2025-11-19T06:09:32.853" v="9393" actId="478"/>
        <pc:sldMkLst>
          <pc:docMk/>
          <pc:sldMk cId="747259497" sldId="316"/>
        </pc:sldMkLst>
        <pc:spChg chg="del">
          <ac:chgData name="Jamison M Durham" userId="882efdbc-00a1-44eb-8f26-3384da59ac8b" providerId="ADAL" clId="{684F8DA6-C54D-4AC4-B57A-A151A034D6A0}" dt="2025-11-19T06:09:32.853" v="9393" actId="478"/>
          <ac:spMkLst>
            <pc:docMk/>
            <pc:sldMk cId="747259497" sldId="316"/>
            <ac:spMk id="293" creationId="{6E496570-D231-CDAF-2070-FA7FA97D7042}"/>
          </ac:spMkLst>
        </pc:spChg>
        <pc:spChg chg="del">
          <ac:chgData name="Jamison M Durham" userId="882efdbc-00a1-44eb-8f26-3384da59ac8b" providerId="ADAL" clId="{684F8DA6-C54D-4AC4-B57A-A151A034D6A0}" dt="2025-11-19T06:09:32.853" v="9393" actId="478"/>
          <ac:spMkLst>
            <pc:docMk/>
            <pc:sldMk cId="747259497" sldId="316"/>
            <ac:spMk id="294" creationId="{B703371C-F76F-EB1D-3505-F2194DA28DCC}"/>
          </ac:spMkLst>
        </pc:spChg>
        <pc:spChg chg="del">
          <ac:chgData name="Jamison M Durham" userId="882efdbc-00a1-44eb-8f26-3384da59ac8b" providerId="ADAL" clId="{684F8DA6-C54D-4AC4-B57A-A151A034D6A0}" dt="2025-11-19T06:09:32.853" v="9393" actId="478"/>
          <ac:spMkLst>
            <pc:docMk/>
            <pc:sldMk cId="747259497" sldId="316"/>
            <ac:spMk id="295" creationId="{DF856A3A-A76C-A7DD-D4F2-6AB8A006B0DA}"/>
          </ac:spMkLst>
        </pc:spChg>
        <pc:spChg chg="mod">
          <ac:chgData name="Jamison M Durham" userId="882efdbc-00a1-44eb-8f26-3384da59ac8b" providerId="ADAL" clId="{684F8DA6-C54D-4AC4-B57A-A151A034D6A0}" dt="2025-11-17T04:11:11.893" v="9148" actId="1076"/>
          <ac:spMkLst>
            <pc:docMk/>
            <pc:sldMk cId="747259497" sldId="316"/>
            <ac:spMk id="296" creationId="{3C9F93D0-BD4D-9BFA-2C4B-56486CC25B56}"/>
          </ac:spMkLst>
        </pc:spChg>
        <pc:picChg chg="add mod">
          <ac:chgData name="Jamison M Durham" userId="882efdbc-00a1-44eb-8f26-3384da59ac8b" providerId="ADAL" clId="{684F8DA6-C54D-4AC4-B57A-A151A034D6A0}" dt="2025-11-17T04:21:15.043" v="9185" actId="1076"/>
          <ac:picMkLst>
            <pc:docMk/>
            <pc:sldMk cId="747259497" sldId="316"/>
            <ac:picMk id="3074" creationId="{20F608C1-A8E1-8AC8-F290-E51FD57E2E2B}"/>
          </ac:picMkLst>
        </pc:picChg>
      </pc:sldChg>
      <pc:sldChg chg="modSp add mod">
        <pc:chgData name="Jamison M Durham" userId="882efdbc-00a1-44eb-8f26-3384da59ac8b" providerId="ADAL" clId="{684F8DA6-C54D-4AC4-B57A-A151A034D6A0}" dt="2025-11-17T04:07:25.933" v="9134" actId="5793"/>
        <pc:sldMkLst>
          <pc:docMk/>
          <pc:sldMk cId="781817452" sldId="317"/>
        </pc:sldMkLst>
        <pc:spChg chg="mod">
          <ac:chgData name="Jamison M Durham" userId="882efdbc-00a1-44eb-8f26-3384da59ac8b" providerId="ADAL" clId="{684F8DA6-C54D-4AC4-B57A-A151A034D6A0}" dt="2025-11-17T04:07:25.933" v="9134" actId="5793"/>
          <ac:spMkLst>
            <pc:docMk/>
            <pc:sldMk cId="781817452" sldId="317"/>
            <ac:spMk id="2" creationId="{DDDAA275-A7D3-9D91-6235-9C1A26CB4886}"/>
          </ac:spMkLst>
        </pc:spChg>
        <pc:spChg chg="mod">
          <ac:chgData name="Jamison M Durham" userId="882efdbc-00a1-44eb-8f26-3384da59ac8b" providerId="ADAL" clId="{684F8DA6-C54D-4AC4-B57A-A151A034D6A0}" dt="2025-11-17T04:03:43.491" v="9095" actId="20577"/>
          <ac:spMkLst>
            <pc:docMk/>
            <pc:sldMk cId="781817452" sldId="317"/>
            <ac:spMk id="325" creationId="{B32906D5-E0C4-65F6-2CC4-53C2C11F0C4D}"/>
          </ac:spMkLst>
        </pc:spChg>
      </pc:sldChg>
      <pc:sldMasterChg chg="delSldLayout">
        <pc:chgData name="Jamison M Durham" userId="882efdbc-00a1-44eb-8f26-3384da59ac8b" providerId="ADAL" clId="{684F8DA6-C54D-4AC4-B57A-A151A034D6A0}" dt="2025-11-17T03:49:29.035" v="7899" actId="47"/>
        <pc:sldMasterMkLst>
          <pc:docMk/>
          <pc:sldMasterMk cId="0" sldId="2147483682"/>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8794a74c9d_0_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90" name="Google Shape;290;g8794a74c9d_0_2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4078ddddcb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09" name="Google Shape;309;g14078ddddc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00" name="Google Shape;300;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4078ddddcb_0_35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58" name="Google Shape;358;g14078ddddcb_0_35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c6ac5e8787_0_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0B39C46D-3DB4-4238-CD7C-DF2ADCAA712F}"/>
            </a:ext>
          </a:extLst>
        </p:cNvPr>
        <p:cNvGrpSpPr/>
        <p:nvPr/>
      </p:nvGrpSpPr>
      <p:grpSpPr>
        <a:xfrm>
          <a:off x="0" y="0"/>
          <a:ext cx="0" cy="0"/>
          <a:chOff x="0" y="0"/>
          <a:chExt cx="0" cy="0"/>
        </a:xfrm>
      </p:grpSpPr>
      <p:sp>
        <p:nvSpPr>
          <p:cNvPr id="315" name="Google Shape;315;gc6ac5e8787_0_719:notes">
            <a:extLst>
              <a:ext uri="{FF2B5EF4-FFF2-40B4-BE49-F238E27FC236}">
                <a16:creationId xmlns:a16="http://schemas.microsoft.com/office/drawing/2014/main" id="{28277874-AC99-DAB7-FB35-9758DF9B0E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a:extLst>
              <a:ext uri="{FF2B5EF4-FFF2-40B4-BE49-F238E27FC236}">
                <a16:creationId xmlns:a16="http://schemas.microsoft.com/office/drawing/2014/main" id="{53837A45-981D-2D82-019E-51B4D327E2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4599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5EF52148-A24D-57F5-B5E8-52527C124404}"/>
            </a:ext>
          </a:extLst>
        </p:cNvPr>
        <p:cNvGrpSpPr/>
        <p:nvPr/>
      </p:nvGrpSpPr>
      <p:grpSpPr>
        <a:xfrm>
          <a:off x="0" y="0"/>
          <a:ext cx="0" cy="0"/>
          <a:chOff x="0" y="0"/>
          <a:chExt cx="0" cy="0"/>
        </a:xfrm>
      </p:grpSpPr>
      <p:sp>
        <p:nvSpPr>
          <p:cNvPr id="315" name="Google Shape;315;gc6ac5e8787_0_719:notes">
            <a:extLst>
              <a:ext uri="{FF2B5EF4-FFF2-40B4-BE49-F238E27FC236}">
                <a16:creationId xmlns:a16="http://schemas.microsoft.com/office/drawing/2014/main" id="{020FFD22-F2D8-9CFE-D72A-398211BC45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a:extLst>
              <a:ext uri="{FF2B5EF4-FFF2-40B4-BE49-F238E27FC236}">
                <a16:creationId xmlns:a16="http://schemas.microsoft.com/office/drawing/2014/main" id="{D3127F36-7C6C-9DA3-76D9-F83F259A90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2021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C70076FD-933B-F760-1B2A-555F77BE2E65}"/>
            </a:ext>
          </a:extLst>
        </p:cNvPr>
        <p:cNvGrpSpPr/>
        <p:nvPr/>
      </p:nvGrpSpPr>
      <p:grpSpPr>
        <a:xfrm>
          <a:off x="0" y="0"/>
          <a:ext cx="0" cy="0"/>
          <a:chOff x="0" y="0"/>
          <a:chExt cx="0" cy="0"/>
        </a:xfrm>
      </p:grpSpPr>
      <p:sp>
        <p:nvSpPr>
          <p:cNvPr id="315" name="Google Shape;315;gc6ac5e8787_0_719:notes">
            <a:extLst>
              <a:ext uri="{FF2B5EF4-FFF2-40B4-BE49-F238E27FC236}">
                <a16:creationId xmlns:a16="http://schemas.microsoft.com/office/drawing/2014/main" id="{2F96DA6C-E802-5A18-FBCA-B24498B0A0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a:extLst>
              <a:ext uri="{FF2B5EF4-FFF2-40B4-BE49-F238E27FC236}">
                <a16:creationId xmlns:a16="http://schemas.microsoft.com/office/drawing/2014/main" id="{0B2B59ED-4468-54B9-1320-6B48694C80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0371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B0DD8D64-921C-63CC-61AD-4AF124A21128}"/>
            </a:ext>
          </a:extLst>
        </p:cNvPr>
        <p:cNvGrpSpPr/>
        <p:nvPr/>
      </p:nvGrpSpPr>
      <p:grpSpPr>
        <a:xfrm>
          <a:off x="0" y="0"/>
          <a:ext cx="0" cy="0"/>
          <a:chOff x="0" y="0"/>
          <a:chExt cx="0" cy="0"/>
        </a:xfrm>
      </p:grpSpPr>
      <p:sp>
        <p:nvSpPr>
          <p:cNvPr id="315" name="Google Shape;315;gc6ac5e8787_0_719:notes">
            <a:extLst>
              <a:ext uri="{FF2B5EF4-FFF2-40B4-BE49-F238E27FC236}">
                <a16:creationId xmlns:a16="http://schemas.microsoft.com/office/drawing/2014/main" id="{311678EA-30B0-27DD-4D20-6A54C8771F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a:extLst>
              <a:ext uri="{FF2B5EF4-FFF2-40B4-BE49-F238E27FC236}">
                <a16:creationId xmlns:a16="http://schemas.microsoft.com/office/drawing/2014/main" id="{5E760059-DE95-84F6-4DB4-0909740F5E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1726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0B18C3F3-FB90-49AC-FED9-9CFB105054E4}"/>
            </a:ext>
          </a:extLst>
        </p:cNvPr>
        <p:cNvGrpSpPr/>
        <p:nvPr/>
      </p:nvGrpSpPr>
      <p:grpSpPr>
        <a:xfrm>
          <a:off x="0" y="0"/>
          <a:ext cx="0" cy="0"/>
          <a:chOff x="0" y="0"/>
          <a:chExt cx="0" cy="0"/>
        </a:xfrm>
      </p:grpSpPr>
      <p:sp>
        <p:nvSpPr>
          <p:cNvPr id="315" name="Google Shape;315;gc6ac5e8787_0_719:notes">
            <a:extLst>
              <a:ext uri="{FF2B5EF4-FFF2-40B4-BE49-F238E27FC236}">
                <a16:creationId xmlns:a16="http://schemas.microsoft.com/office/drawing/2014/main" id="{2C1BE99A-067B-D63F-649C-823AD4C4F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316" name="Google Shape;316;gc6ac5e8787_0_719:notes">
            <a:extLst>
              <a:ext uri="{FF2B5EF4-FFF2-40B4-BE49-F238E27FC236}">
                <a16:creationId xmlns:a16="http://schemas.microsoft.com/office/drawing/2014/main" id="{A974FB13-02C4-4032-69C5-470835DFB0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1133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a:extLst>
            <a:ext uri="{FF2B5EF4-FFF2-40B4-BE49-F238E27FC236}">
              <a16:creationId xmlns:a16="http://schemas.microsoft.com/office/drawing/2014/main" id="{8DB1B244-3A86-DB5F-6138-0B40789DCEB7}"/>
            </a:ext>
          </a:extLst>
        </p:cNvPr>
        <p:cNvGrpSpPr/>
        <p:nvPr/>
      </p:nvGrpSpPr>
      <p:grpSpPr>
        <a:xfrm>
          <a:off x="0" y="0"/>
          <a:ext cx="0" cy="0"/>
          <a:chOff x="0" y="0"/>
          <a:chExt cx="0" cy="0"/>
        </a:xfrm>
      </p:grpSpPr>
      <p:sp>
        <p:nvSpPr>
          <p:cNvPr id="289" name="Google Shape;289;g8794a74c9d_0_2475:notes">
            <a:extLst>
              <a:ext uri="{FF2B5EF4-FFF2-40B4-BE49-F238E27FC236}">
                <a16:creationId xmlns:a16="http://schemas.microsoft.com/office/drawing/2014/main" id="{3EB449D9-229A-A140-8188-42AA6F1F4A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290" name="Google Shape;290;g8794a74c9d_0_2475:notes">
            <a:extLst>
              <a:ext uri="{FF2B5EF4-FFF2-40B4-BE49-F238E27FC236}">
                <a16:creationId xmlns:a16="http://schemas.microsoft.com/office/drawing/2014/main" id="{035C0D5C-54E1-689A-D132-FDAC744EF8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7855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a:spLocks noGrp="1"/>
          </p:cNvSpPr>
          <p:nvPr>
            <p:ph type="pic" idx="2"/>
          </p:nvPr>
        </p:nvSpPr>
        <p:spPr>
          <a:xfrm rot="1799982">
            <a:off x="5283549" y="458299"/>
            <a:ext cx="2853026" cy="4224504"/>
          </a:xfrm>
          <a:prstGeom prst="roundRect">
            <a:avLst>
              <a:gd name="adj" fmla="val 50000"/>
            </a:avLst>
          </a:prstGeom>
          <a:noFill/>
          <a:ln>
            <a:noFill/>
          </a:ln>
        </p:spPr>
        <p:txBody>
          <a:bodyPr/>
          <a:lstStyle/>
          <a:p>
            <a:endParaRPr lang="en-US" dirty="0"/>
          </a:p>
        </p:txBody>
      </p:sp>
      <p:sp>
        <p:nvSpPr>
          <p:cNvPr id="10" name="Google Shape;10;p2"/>
          <p:cNvSpPr txBox="1">
            <a:spLocks noGrp="1"/>
          </p:cNvSpPr>
          <p:nvPr>
            <p:ph type="ctrTitle"/>
          </p:nvPr>
        </p:nvSpPr>
        <p:spPr>
          <a:xfrm>
            <a:off x="722375" y="1165675"/>
            <a:ext cx="5778900" cy="2277000"/>
          </a:xfrm>
          <a:prstGeom prst="rect">
            <a:avLst/>
          </a:prstGeom>
        </p:spPr>
        <p:txBody>
          <a:bodyPr spcFirstLastPara="1" wrap="square" lIns="91425" tIns="91425" rIns="91425" bIns="91425" anchor="ctr" anchorCtr="0">
            <a:noAutofit/>
          </a:bodyPr>
          <a:lstStyle>
            <a:lvl1pPr lvl="0" rtl="0">
              <a:spcBef>
                <a:spcPts val="0"/>
              </a:spcBef>
              <a:spcAft>
                <a:spcPts val="0"/>
              </a:spcAft>
              <a:buSzPts val="5500"/>
              <a:buNone/>
              <a:defRPr sz="55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2375" y="3514350"/>
            <a:ext cx="4204200" cy="46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500"/>
              <a:buNone/>
              <a:defRPr sz="1700">
                <a:solidFill>
                  <a:schemeClr val="lt1"/>
                </a:solidFill>
                <a:highlight>
                  <a:schemeClr val="dk1"/>
                </a:highlight>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1046528" y="-1005946"/>
            <a:ext cx="2626957" cy="2917143"/>
            <a:chOff x="-1046528" y="-1005946"/>
            <a:chExt cx="2626957" cy="2917143"/>
          </a:xfrm>
        </p:grpSpPr>
        <p:sp>
          <p:nvSpPr>
            <p:cNvPr id="13" name="Google Shape;13;p2"/>
            <p:cNvSpPr/>
            <p:nvPr/>
          </p:nvSpPr>
          <p:spPr>
            <a:xfrm rot="10800000" flipH="1">
              <a:off x="-960472" y="-1005946"/>
              <a:ext cx="2540901" cy="2917143"/>
            </a:xfrm>
            <a:custGeom>
              <a:avLst/>
              <a:gdLst/>
              <a:ahLst/>
              <a:cxnLst/>
              <a:rect l="l" t="t" r="r" b="b"/>
              <a:pathLst>
                <a:path w="78751" h="90412" fill="none" extrusionOk="0">
                  <a:moveTo>
                    <a:pt x="14555" y="6676"/>
                  </a:moveTo>
                  <a:cubicBezTo>
                    <a:pt x="20533" y="2113"/>
                    <a:pt x="28074" y="1"/>
                    <a:pt x="35320" y="3486"/>
                  </a:cubicBezTo>
                  <a:cubicBezTo>
                    <a:pt x="42629" y="6993"/>
                    <a:pt x="46410" y="16393"/>
                    <a:pt x="43664" y="24019"/>
                  </a:cubicBezTo>
                  <a:cubicBezTo>
                    <a:pt x="42903" y="26152"/>
                    <a:pt x="41699" y="28138"/>
                    <a:pt x="41108" y="30335"/>
                  </a:cubicBezTo>
                  <a:cubicBezTo>
                    <a:pt x="40537" y="32532"/>
                    <a:pt x="40727" y="35172"/>
                    <a:pt x="42396" y="36714"/>
                  </a:cubicBezTo>
                  <a:cubicBezTo>
                    <a:pt x="44382" y="38531"/>
                    <a:pt x="47445" y="38151"/>
                    <a:pt x="50106" y="37834"/>
                  </a:cubicBezTo>
                  <a:cubicBezTo>
                    <a:pt x="58662" y="36820"/>
                    <a:pt x="68463" y="38341"/>
                    <a:pt x="73681" y="45206"/>
                  </a:cubicBezTo>
                  <a:cubicBezTo>
                    <a:pt x="78751" y="51860"/>
                    <a:pt x="77631" y="61979"/>
                    <a:pt x="72265" y="68400"/>
                  </a:cubicBezTo>
                  <a:cubicBezTo>
                    <a:pt x="53824" y="90411"/>
                    <a:pt x="18104" y="73470"/>
                    <a:pt x="6063" y="53043"/>
                  </a:cubicBezTo>
                  <a:cubicBezTo>
                    <a:pt x="1" y="42756"/>
                    <a:pt x="64" y="29067"/>
                    <a:pt x="5070" y="18379"/>
                  </a:cubicBezTo>
                  <a:cubicBezTo>
                    <a:pt x="7119" y="14027"/>
                    <a:pt x="10478" y="9781"/>
                    <a:pt x="14555" y="66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rot="10800000" flipH="1">
              <a:off x="-1046528" y="-942235"/>
              <a:ext cx="2055598" cy="2359979"/>
            </a:xfrm>
            <a:custGeom>
              <a:avLst/>
              <a:gdLst/>
              <a:ahLst/>
              <a:cxnLst/>
              <a:rect l="l" t="t" r="r" b="b"/>
              <a:pathLst>
                <a:path w="78751" h="90412" fill="none" extrusionOk="0">
                  <a:moveTo>
                    <a:pt x="14555" y="6676"/>
                  </a:moveTo>
                  <a:cubicBezTo>
                    <a:pt x="20533" y="2113"/>
                    <a:pt x="28074" y="1"/>
                    <a:pt x="35320" y="3486"/>
                  </a:cubicBezTo>
                  <a:cubicBezTo>
                    <a:pt x="42629" y="6993"/>
                    <a:pt x="46410" y="16393"/>
                    <a:pt x="43664" y="24019"/>
                  </a:cubicBezTo>
                  <a:cubicBezTo>
                    <a:pt x="42903" y="26152"/>
                    <a:pt x="41699" y="28138"/>
                    <a:pt x="41108" y="30335"/>
                  </a:cubicBezTo>
                  <a:cubicBezTo>
                    <a:pt x="40537" y="32532"/>
                    <a:pt x="40727" y="35172"/>
                    <a:pt x="42396" y="36714"/>
                  </a:cubicBezTo>
                  <a:cubicBezTo>
                    <a:pt x="44382" y="38531"/>
                    <a:pt x="47445" y="38151"/>
                    <a:pt x="50106" y="37834"/>
                  </a:cubicBezTo>
                  <a:cubicBezTo>
                    <a:pt x="58662" y="36820"/>
                    <a:pt x="68463" y="38341"/>
                    <a:pt x="73681" y="45206"/>
                  </a:cubicBezTo>
                  <a:cubicBezTo>
                    <a:pt x="78751" y="51860"/>
                    <a:pt x="77631" y="61979"/>
                    <a:pt x="72265" y="68400"/>
                  </a:cubicBezTo>
                  <a:cubicBezTo>
                    <a:pt x="53824" y="90411"/>
                    <a:pt x="18104" y="73470"/>
                    <a:pt x="6063" y="53043"/>
                  </a:cubicBezTo>
                  <a:cubicBezTo>
                    <a:pt x="1" y="42756"/>
                    <a:pt x="64" y="29067"/>
                    <a:pt x="5070" y="18379"/>
                  </a:cubicBezTo>
                  <a:cubicBezTo>
                    <a:pt x="7119" y="14027"/>
                    <a:pt x="10478" y="9781"/>
                    <a:pt x="14555" y="66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 name="Google Shape;15;p2"/>
          <p:cNvGrpSpPr/>
          <p:nvPr/>
        </p:nvGrpSpPr>
        <p:grpSpPr>
          <a:xfrm>
            <a:off x="6810021" y="3144111"/>
            <a:ext cx="3294451" cy="3005335"/>
            <a:chOff x="6810021" y="3144111"/>
            <a:chExt cx="3294451" cy="3005335"/>
          </a:xfrm>
        </p:grpSpPr>
        <p:sp>
          <p:nvSpPr>
            <p:cNvPr id="16" name="Google Shape;16;p2"/>
            <p:cNvSpPr/>
            <p:nvPr/>
          </p:nvSpPr>
          <p:spPr>
            <a:xfrm rot="8999952" flipH="1">
              <a:off x="7106829" y="3691323"/>
              <a:ext cx="2700834" cy="1910912"/>
            </a:xfrm>
            <a:custGeom>
              <a:avLst/>
              <a:gdLst/>
              <a:ahLst/>
              <a:cxnLst/>
              <a:rect l="l" t="t" r="r" b="b"/>
              <a:pathLst>
                <a:path w="75836" h="53656" fill="none" extrusionOk="0">
                  <a:moveTo>
                    <a:pt x="2937" y="36904"/>
                  </a:moveTo>
                  <a:cubicBezTo>
                    <a:pt x="7141" y="43685"/>
                    <a:pt x="16414" y="46811"/>
                    <a:pt x="23850" y="43938"/>
                  </a:cubicBezTo>
                  <a:cubicBezTo>
                    <a:pt x="26955" y="42734"/>
                    <a:pt x="29786" y="40643"/>
                    <a:pt x="33081" y="40220"/>
                  </a:cubicBezTo>
                  <a:cubicBezTo>
                    <a:pt x="37517" y="39650"/>
                    <a:pt x="41721" y="42248"/>
                    <a:pt x="45185" y="45079"/>
                  </a:cubicBezTo>
                  <a:cubicBezTo>
                    <a:pt x="48670" y="47909"/>
                    <a:pt x="52050" y="51162"/>
                    <a:pt x="56360" y="52324"/>
                  </a:cubicBezTo>
                  <a:cubicBezTo>
                    <a:pt x="61429" y="53655"/>
                    <a:pt x="67069" y="51691"/>
                    <a:pt x="70639" y="47867"/>
                  </a:cubicBezTo>
                  <a:cubicBezTo>
                    <a:pt x="74230" y="44065"/>
                    <a:pt x="75836" y="38636"/>
                    <a:pt x="75582" y="33418"/>
                  </a:cubicBezTo>
                  <a:cubicBezTo>
                    <a:pt x="75329" y="28180"/>
                    <a:pt x="73322" y="23152"/>
                    <a:pt x="70470" y="18758"/>
                  </a:cubicBezTo>
                  <a:cubicBezTo>
                    <a:pt x="63626" y="8196"/>
                    <a:pt x="51564" y="1204"/>
                    <a:pt x="38996" y="486"/>
                  </a:cubicBezTo>
                  <a:cubicBezTo>
                    <a:pt x="30863" y="0"/>
                    <a:pt x="22646" y="2176"/>
                    <a:pt x="15675" y="6401"/>
                  </a:cubicBezTo>
                  <a:cubicBezTo>
                    <a:pt x="9296" y="10266"/>
                    <a:pt x="2494" y="16582"/>
                    <a:pt x="909" y="24187"/>
                  </a:cubicBezTo>
                  <a:cubicBezTo>
                    <a:pt x="1" y="28475"/>
                    <a:pt x="614" y="33144"/>
                    <a:pt x="2937" y="36904"/>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rot="8999857" flipH="1">
              <a:off x="7488972" y="4013057"/>
              <a:ext cx="2197569" cy="1554839"/>
            </a:xfrm>
            <a:custGeom>
              <a:avLst/>
              <a:gdLst/>
              <a:ahLst/>
              <a:cxnLst/>
              <a:rect l="l" t="t" r="r" b="b"/>
              <a:pathLst>
                <a:path w="75836" h="53656" fill="none" extrusionOk="0">
                  <a:moveTo>
                    <a:pt x="2937" y="36904"/>
                  </a:moveTo>
                  <a:cubicBezTo>
                    <a:pt x="7141" y="43685"/>
                    <a:pt x="16414" y="46811"/>
                    <a:pt x="23850" y="43938"/>
                  </a:cubicBezTo>
                  <a:cubicBezTo>
                    <a:pt x="26955" y="42734"/>
                    <a:pt x="29786" y="40643"/>
                    <a:pt x="33081" y="40220"/>
                  </a:cubicBezTo>
                  <a:cubicBezTo>
                    <a:pt x="37517" y="39650"/>
                    <a:pt x="41721" y="42248"/>
                    <a:pt x="45185" y="45079"/>
                  </a:cubicBezTo>
                  <a:cubicBezTo>
                    <a:pt x="48670" y="47909"/>
                    <a:pt x="52050" y="51162"/>
                    <a:pt x="56360" y="52324"/>
                  </a:cubicBezTo>
                  <a:cubicBezTo>
                    <a:pt x="61429" y="53655"/>
                    <a:pt x="67069" y="51691"/>
                    <a:pt x="70639" y="47867"/>
                  </a:cubicBezTo>
                  <a:cubicBezTo>
                    <a:pt x="74230" y="44065"/>
                    <a:pt x="75836" y="38636"/>
                    <a:pt x="75582" y="33418"/>
                  </a:cubicBezTo>
                  <a:cubicBezTo>
                    <a:pt x="75329" y="28180"/>
                    <a:pt x="73322" y="23152"/>
                    <a:pt x="70470" y="18758"/>
                  </a:cubicBezTo>
                  <a:cubicBezTo>
                    <a:pt x="63626" y="8196"/>
                    <a:pt x="51564" y="1204"/>
                    <a:pt x="38996" y="486"/>
                  </a:cubicBezTo>
                  <a:cubicBezTo>
                    <a:pt x="30863" y="0"/>
                    <a:pt x="22646" y="2176"/>
                    <a:pt x="15675" y="6401"/>
                  </a:cubicBezTo>
                  <a:cubicBezTo>
                    <a:pt x="9296" y="10266"/>
                    <a:pt x="2494" y="16582"/>
                    <a:pt x="909" y="24187"/>
                  </a:cubicBezTo>
                  <a:cubicBezTo>
                    <a:pt x="1" y="28475"/>
                    <a:pt x="614" y="33144"/>
                    <a:pt x="2937" y="36904"/>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grpSp>
        <p:nvGrpSpPr>
          <p:cNvPr id="46" name="Google Shape;46;p6"/>
          <p:cNvGrpSpPr/>
          <p:nvPr/>
        </p:nvGrpSpPr>
        <p:grpSpPr>
          <a:xfrm>
            <a:off x="7771818" y="-679996"/>
            <a:ext cx="2012506" cy="1890763"/>
            <a:chOff x="7706100" y="-679975"/>
            <a:chExt cx="2146902" cy="2017029"/>
          </a:xfrm>
        </p:grpSpPr>
        <p:sp>
          <p:nvSpPr>
            <p:cNvPr id="47" name="Google Shape;47;p6"/>
            <p:cNvSpPr/>
            <p:nvPr/>
          </p:nvSpPr>
          <p:spPr>
            <a:xfrm>
              <a:off x="8002300" y="-410175"/>
              <a:ext cx="1050400" cy="1353025"/>
            </a:xfrm>
            <a:custGeom>
              <a:avLst/>
              <a:gdLst/>
              <a:ahLst/>
              <a:cxnLst/>
              <a:rect l="l" t="t" r="r" b="b"/>
              <a:pathLst>
                <a:path w="42016" h="54121" fill="none" extrusionOk="0">
                  <a:moveTo>
                    <a:pt x="3634" y="33039"/>
                  </a:moveTo>
                  <a:cubicBezTo>
                    <a:pt x="2070" y="36334"/>
                    <a:pt x="486" y="39714"/>
                    <a:pt x="233" y="43347"/>
                  </a:cubicBezTo>
                  <a:cubicBezTo>
                    <a:pt x="0" y="46981"/>
                    <a:pt x="1416" y="50952"/>
                    <a:pt x="4605" y="52705"/>
                  </a:cubicBezTo>
                  <a:cubicBezTo>
                    <a:pt x="7182" y="54120"/>
                    <a:pt x="10414" y="53846"/>
                    <a:pt x="13097" y="52663"/>
                  </a:cubicBezTo>
                  <a:cubicBezTo>
                    <a:pt x="15801" y="51501"/>
                    <a:pt x="18061" y="49537"/>
                    <a:pt x="20258" y="47614"/>
                  </a:cubicBezTo>
                  <a:cubicBezTo>
                    <a:pt x="23363" y="44910"/>
                    <a:pt x="26469" y="42228"/>
                    <a:pt x="29574" y="39524"/>
                  </a:cubicBezTo>
                  <a:cubicBezTo>
                    <a:pt x="33461" y="36144"/>
                    <a:pt x="37453" y="32616"/>
                    <a:pt x="39671" y="27969"/>
                  </a:cubicBezTo>
                  <a:cubicBezTo>
                    <a:pt x="41847" y="23364"/>
                    <a:pt x="42016" y="17851"/>
                    <a:pt x="40157" y="13119"/>
                  </a:cubicBezTo>
                  <a:cubicBezTo>
                    <a:pt x="38298" y="8387"/>
                    <a:pt x="34411" y="4479"/>
                    <a:pt x="29679" y="2599"/>
                  </a:cubicBezTo>
                  <a:cubicBezTo>
                    <a:pt x="23131" y="1"/>
                    <a:pt x="17871" y="2515"/>
                    <a:pt x="15252" y="8514"/>
                  </a:cubicBezTo>
                  <a:cubicBezTo>
                    <a:pt x="11640" y="16794"/>
                    <a:pt x="7520" y="24885"/>
                    <a:pt x="3634" y="33039"/>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6"/>
            <p:cNvSpPr/>
            <p:nvPr/>
          </p:nvSpPr>
          <p:spPr>
            <a:xfrm rot="10800000">
              <a:off x="7706100" y="-679975"/>
              <a:ext cx="2146902" cy="2017029"/>
            </a:xfrm>
            <a:custGeom>
              <a:avLst/>
              <a:gdLst/>
              <a:ahLst/>
              <a:cxnLst/>
              <a:rect l="l" t="t" r="r" b="b"/>
              <a:pathLst>
                <a:path w="71231" h="66922" fill="none" extrusionOk="0">
                  <a:moveTo>
                    <a:pt x="740" y="36883"/>
                  </a:moveTo>
                  <a:cubicBezTo>
                    <a:pt x="1" y="32532"/>
                    <a:pt x="1310" y="27863"/>
                    <a:pt x="4247" y="24547"/>
                  </a:cubicBezTo>
                  <a:cubicBezTo>
                    <a:pt x="7162" y="21209"/>
                    <a:pt x="11619" y="19308"/>
                    <a:pt x="16034" y="19498"/>
                  </a:cubicBezTo>
                  <a:cubicBezTo>
                    <a:pt x="20554" y="19667"/>
                    <a:pt x="24990" y="21906"/>
                    <a:pt x="29447" y="21146"/>
                  </a:cubicBezTo>
                  <a:cubicBezTo>
                    <a:pt x="33334" y="20470"/>
                    <a:pt x="36482" y="17618"/>
                    <a:pt x="38890" y="14513"/>
                  </a:cubicBezTo>
                  <a:cubicBezTo>
                    <a:pt x="41319" y="11387"/>
                    <a:pt x="43241" y="7880"/>
                    <a:pt x="45966" y="5049"/>
                  </a:cubicBezTo>
                  <a:cubicBezTo>
                    <a:pt x="48670" y="2198"/>
                    <a:pt x="52515" y="1"/>
                    <a:pt x="56402" y="550"/>
                  </a:cubicBezTo>
                  <a:cubicBezTo>
                    <a:pt x="60119" y="1057"/>
                    <a:pt x="63119" y="3930"/>
                    <a:pt x="65126" y="7098"/>
                  </a:cubicBezTo>
                  <a:cubicBezTo>
                    <a:pt x="71231" y="16689"/>
                    <a:pt x="70470" y="29426"/>
                    <a:pt x="65907" y="39841"/>
                  </a:cubicBezTo>
                  <a:cubicBezTo>
                    <a:pt x="61323" y="50234"/>
                    <a:pt x="53444" y="58789"/>
                    <a:pt x="45523" y="66922"/>
                  </a:cubicBezTo>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4"/>
        <p:cNvGrpSpPr/>
        <p:nvPr/>
      </p:nvGrpSpPr>
      <p:grpSpPr>
        <a:xfrm>
          <a:off x="0" y="0"/>
          <a:ext cx="0" cy="0"/>
          <a:chOff x="0" y="0"/>
          <a:chExt cx="0" cy="0"/>
        </a:xfrm>
      </p:grpSpPr>
      <p:sp>
        <p:nvSpPr>
          <p:cNvPr id="65" name="Google Shape;65;p9"/>
          <p:cNvSpPr txBox="1">
            <a:spLocks noGrp="1"/>
          </p:cNvSpPr>
          <p:nvPr>
            <p:ph type="subTitle" idx="1"/>
          </p:nvPr>
        </p:nvSpPr>
        <p:spPr>
          <a:xfrm>
            <a:off x="722375" y="2301605"/>
            <a:ext cx="3693600" cy="15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700"/>
            </a:lvl1pPr>
            <a:lvl2pPr lvl="1" rtl="0">
              <a:spcBef>
                <a:spcPts val="0"/>
              </a:spcBef>
              <a:spcAft>
                <a:spcPts val="0"/>
              </a:spcAft>
              <a:buNone/>
              <a:defRPr sz="1700"/>
            </a:lvl2pPr>
            <a:lvl3pPr lvl="2" rtl="0">
              <a:spcBef>
                <a:spcPts val="0"/>
              </a:spcBef>
              <a:spcAft>
                <a:spcPts val="0"/>
              </a:spcAft>
              <a:buNone/>
              <a:defRPr sz="1700"/>
            </a:lvl3pPr>
            <a:lvl4pPr lvl="3" rtl="0">
              <a:spcBef>
                <a:spcPts val="0"/>
              </a:spcBef>
              <a:spcAft>
                <a:spcPts val="0"/>
              </a:spcAft>
              <a:buNone/>
              <a:defRPr sz="1700"/>
            </a:lvl4pPr>
            <a:lvl5pPr lvl="4" rtl="0">
              <a:spcBef>
                <a:spcPts val="0"/>
              </a:spcBef>
              <a:spcAft>
                <a:spcPts val="0"/>
              </a:spcAft>
              <a:buNone/>
              <a:defRPr sz="1700"/>
            </a:lvl5pPr>
            <a:lvl6pPr lvl="5" rtl="0">
              <a:spcBef>
                <a:spcPts val="0"/>
              </a:spcBef>
              <a:spcAft>
                <a:spcPts val="0"/>
              </a:spcAft>
              <a:buNone/>
              <a:defRPr sz="1700"/>
            </a:lvl6pPr>
            <a:lvl7pPr lvl="6" rtl="0">
              <a:spcBef>
                <a:spcPts val="0"/>
              </a:spcBef>
              <a:spcAft>
                <a:spcPts val="0"/>
              </a:spcAft>
              <a:buNone/>
              <a:defRPr sz="1700"/>
            </a:lvl7pPr>
            <a:lvl8pPr lvl="7" rtl="0">
              <a:spcBef>
                <a:spcPts val="0"/>
              </a:spcBef>
              <a:spcAft>
                <a:spcPts val="0"/>
              </a:spcAft>
              <a:buNone/>
              <a:defRPr sz="1700"/>
            </a:lvl8pPr>
            <a:lvl9pPr lvl="8" rtl="0">
              <a:spcBef>
                <a:spcPts val="0"/>
              </a:spcBef>
              <a:spcAft>
                <a:spcPts val="0"/>
              </a:spcAft>
              <a:buNone/>
              <a:defRPr sz="1700"/>
            </a:lvl9pPr>
          </a:lstStyle>
          <a:p>
            <a:endParaRPr/>
          </a:p>
        </p:txBody>
      </p:sp>
      <p:sp>
        <p:nvSpPr>
          <p:cNvPr id="66" name="Google Shape;66;p9"/>
          <p:cNvSpPr txBox="1">
            <a:spLocks noGrp="1"/>
          </p:cNvSpPr>
          <p:nvPr>
            <p:ph type="title"/>
          </p:nvPr>
        </p:nvSpPr>
        <p:spPr>
          <a:xfrm>
            <a:off x="722375" y="1371200"/>
            <a:ext cx="4694100" cy="8460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4000"/>
            </a:lvl1pPr>
            <a:lvl2pPr lvl="1" rtl="0">
              <a:spcBef>
                <a:spcPts val="0"/>
              </a:spcBef>
              <a:spcAft>
                <a:spcPts val="0"/>
              </a:spcAft>
              <a:buSzPts val="3600"/>
              <a:buFont typeface="Palanquin Dark"/>
              <a:buNone/>
              <a:defRPr>
                <a:latin typeface="Palanquin Dark"/>
                <a:ea typeface="Palanquin Dark"/>
                <a:cs typeface="Palanquin Dark"/>
                <a:sym typeface="Palanquin Dark"/>
              </a:defRPr>
            </a:lvl2pPr>
            <a:lvl3pPr lvl="2" rtl="0">
              <a:spcBef>
                <a:spcPts val="0"/>
              </a:spcBef>
              <a:spcAft>
                <a:spcPts val="0"/>
              </a:spcAft>
              <a:buSzPts val="3600"/>
              <a:buFont typeface="Palanquin Dark"/>
              <a:buNone/>
              <a:defRPr>
                <a:latin typeface="Palanquin Dark"/>
                <a:ea typeface="Palanquin Dark"/>
                <a:cs typeface="Palanquin Dark"/>
                <a:sym typeface="Palanquin Dark"/>
              </a:defRPr>
            </a:lvl3pPr>
            <a:lvl4pPr lvl="3" rtl="0">
              <a:spcBef>
                <a:spcPts val="0"/>
              </a:spcBef>
              <a:spcAft>
                <a:spcPts val="0"/>
              </a:spcAft>
              <a:buSzPts val="3600"/>
              <a:buFont typeface="Palanquin Dark"/>
              <a:buNone/>
              <a:defRPr>
                <a:latin typeface="Palanquin Dark"/>
                <a:ea typeface="Palanquin Dark"/>
                <a:cs typeface="Palanquin Dark"/>
                <a:sym typeface="Palanquin Dark"/>
              </a:defRPr>
            </a:lvl4pPr>
            <a:lvl5pPr lvl="4" rtl="0">
              <a:spcBef>
                <a:spcPts val="0"/>
              </a:spcBef>
              <a:spcAft>
                <a:spcPts val="0"/>
              </a:spcAft>
              <a:buSzPts val="3600"/>
              <a:buFont typeface="Palanquin Dark"/>
              <a:buNone/>
              <a:defRPr>
                <a:latin typeface="Palanquin Dark"/>
                <a:ea typeface="Palanquin Dark"/>
                <a:cs typeface="Palanquin Dark"/>
                <a:sym typeface="Palanquin Dark"/>
              </a:defRPr>
            </a:lvl5pPr>
            <a:lvl6pPr lvl="5" rtl="0">
              <a:spcBef>
                <a:spcPts val="0"/>
              </a:spcBef>
              <a:spcAft>
                <a:spcPts val="0"/>
              </a:spcAft>
              <a:buSzPts val="3600"/>
              <a:buFont typeface="Palanquin Dark"/>
              <a:buNone/>
              <a:defRPr>
                <a:latin typeface="Palanquin Dark"/>
                <a:ea typeface="Palanquin Dark"/>
                <a:cs typeface="Palanquin Dark"/>
                <a:sym typeface="Palanquin Dark"/>
              </a:defRPr>
            </a:lvl6pPr>
            <a:lvl7pPr lvl="6" rtl="0">
              <a:spcBef>
                <a:spcPts val="0"/>
              </a:spcBef>
              <a:spcAft>
                <a:spcPts val="0"/>
              </a:spcAft>
              <a:buSzPts val="3600"/>
              <a:buFont typeface="Palanquin Dark"/>
              <a:buNone/>
              <a:defRPr>
                <a:latin typeface="Palanquin Dark"/>
                <a:ea typeface="Palanquin Dark"/>
                <a:cs typeface="Palanquin Dark"/>
                <a:sym typeface="Palanquin Dark"/>
              </a:defRPr>
            </a:lvl7pPr>
            <a:lvl8pPr lvl="7" rtl="0">
              <a:spcBef>
                <a:spcPts val="0"/>
              </a:spcBef>
              <a:spcAft>
                <a:spcPts val="0"/>
              </a:spcAft>
              <a:buSzPts val="3600"/>
              <a:buFont typeface="Palanquin Dark"/>
              <a:buNone/>
              <a:defRPr>
                <a:latin typeface="Palanquin Dark"/>
                <a:ea typeface="Palanquin Dark"/>
                <a:cs typeface="Palanquin Dark"/>
                <a:sym typeface="Palanquin Dark"/>
              </a:defRPr>
            </a:lvl8pPr>
            <a:lvl9pPr lvl="8" rtl="0">
              <a:spcBef>
                <a:spcPts val="0"/>
              </a:spcBef>
              <a:spcAft>
                <a:spcPts val="0"/>
              </a:spcAft>
              <a:buSzPts val="3600"/>
              <a:buFont typeface="Palanquin Dark"/>
              <a:buNone/>
              <a:defRPr>
                <a:latin typeface="Palanquin Dark"/>
                <a:ea typeface="Palanquin Dark"/>
                <a:cs typeface="Palanquin Dark"/>
                <a:sym typeface="Palanquin Dark"/>
              </a:defRPr>
            </a:lvl9pPr>
          </a:lstStyle>
          <a:p>
            <a:endParaRPr/>
          </a:p>
        </p:txBody>
      </p:sp>
      <p:sp>
        <p:nvSpPr>
          <p:cNvPr id="67" name="Google Shape;67;p9"/>
          <p:cNvSpPr/>
          <p:nvPr/>
        </p:nvSpPr>
        <p:spPr>
          <a:xfrm rot="1799958">
            <a:off x="-185014" y="-628796"/>
            <a:ext cx="1855946" cy="2336584"/>
          </a:xfrm>
          <a:custGeom>
            <a:avLst/>
            <a:gdLst/>
            <a:ahLst/>
            <a:cxnLst/>
            <a:rect l="l" t="t" r="r" b="b"/>
            <a:pathLst>
              <a:path w="64196" h="80821" fill="none" extrusionOk="0">
                <a:moveTo>
                  <a:pt x="35108" y="59803"/>
                </a:moveTo>
                <a:cubicBezTo>
                  <a:pt x="35404" y="55176"/>
                  <a:pt x="33503" y="50212"/>
                  <a:pt x="35636" y="46114"/>
                </a:cubicBezTo>
                <a:cubicBezTo>
                  <a:pt x="37115" y="43326"/>
                  <a:pt x="40136" y="41699"/>
                  <a:pt x="43156" y="40770"/>
                </a:cubicBezTo>
                <a:cubicBezTo>
                  <a:pt x="46177" y="39861"/>
                  <a:pt x="49367" y="39481"/>
                  <a:pt x="52282" y="38298"/>
                </a:cubicBezTo>
                <a:cubicBezTo>
                  <a:pt x="57225" y="36313"/>
                  <a:pt x="61154" y="32003"/>
                  <a:pt x="62675" y="26891"/>
                </a:cubicBezTo>
                <a:cubicBezTo>
                  <a:pt x="64196" y="21800"/>
                  <a:pt x="63288" y="16034"/>
                  <a:pt x="60267" y="11661"/>
                </a:cubicBezTo>
                <a:cubicBezTo>
                  <a:pt x="57288" y="7373"/>
                  <a:pt x="52514" y="4563"/>
                  <a:pt x="47508" y="3085"/>
                </a:cubicBezTo>
                <a:cubicBezTo>
                  <a:pt x="37115" y="1"/>
                  <a:pt x="25391" y="2366"/>
                  <a:pt x="16709" y="8851"/>
                </a:cubicBezTo>
                <a:cubicBezTo>
                  <a:pt x="8027" y="15315"/>
                  <a:pt x="2472" y="25645"/>
                  <a:pt x="1352" y="36418"/>
                </a:cubicBezTo>
                <a:cubicBezTo>
                  <a:pt x="0" y="49262"/>
                  <a:pt x="7394" y="80821"/>
                  <a:pt x="26954" y="71632"/>
                </a:cubicBezTo>
                <a:cubicBezTo>
                  <a:pt x="31475" y="69498"/>
                  <a:pt x="34770" y="64809"/>
                  <a:pt x="35108" y="59803"/>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9"/>
          <p:cNvSpPr/>
          <p:nvPr/>
        </p:nvSpPr>
        <p:spPr>
          <a:xfrm>
            <a:off x="8183908" y="3804007"/>
            <a:ext cx="1604921" cy="1873418"/>
          </a:xfrm>
          <a:custGeom>
            <a:avLst/>
            <a:gdLst/>
            <a:ahLst/>
            <a:cxnLst/>
            <a:rect l="l" t="t" r="r" b="b"/>
            <a:pathLst>
              <a:path w="43432" h="50698" fill="none" extrusionOk="0">
                <a:moveTo>
                  <a:pt x="24885" y="50698"/>
                </a:moveTo>
                <a:cubicBezTo>
                  <a:pt x="19118" y="49282"/>
                  <a:pt x="13266" y="47592"/>
                  <a:pt x="8450" y="44107"/>
                </a:cubicBezTo>
                <a:cubicBezTo>
                  <a:pt x="3634" y="40621"/>
                  <a:pt x="1" y="35002"/>
                  <a:pt x="339" y="29088"/>
                </a:cubicBezTo>
                <a:cubicBezTo>
                  <a:pt x="719" y="22560"/>
                  <a:pt x="5577" y="17301"/>
                  <a:pt x="8260" y="11344"/>
                </a:cubicBezTo>
                <a:cubicBezTo>
                  <a:pt x="9570" y="8428"/>
                  <a:pt x="10457" y="5154"/>
                  <a:pt x="12802" y="2979"/>
                </a:cubicBezTo>
                <a:cubicBezTo>
                  <a:pt x="15484" y="465"/>
                  <a:pt x="19540" y="0"/>
                  <a:pt x="23174" y="507"/>
                </a:cubicBezTo>
                <a:cubicBezTo>
                  <a:pt x="28328" y="1225"/>
                  <a:pt x="33229" y="3697"/>
                  <a:pt x="36862" y="7415"/>
                </a:cubicBezTo>
                <a:cubicBezTo>
                  <a:pt x="40495" y="11153"/>
                  <a:pt x="42840" y="16097"/>
                  <a:pt x="43431" y="21272"/>
                </a:cubicBezTo>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69;p9"/>
          <p:cNvSpPr>
            <a:spLocks noGrp="1"/>
          </p:cNvSpPr>
          <p:nvPr>
            <p:ph type="pic" idx="2"/>
          </p:nvPr>
        </p:nvSpPr>
        <p:spPr>
          <a:xfrm rot="1799982">
            <a:off x="5283549" y="458299"/>
            <a:ext cx="2853026" cy="4224504"/>
          </a:xfrm>
          <a:prstGeom prst="roundRect">
            <a:avLst>
              <a:gd name="adj" fmla="val 50000"/>
            </a:avLst>
          </a:prstGeom>
          <a:noFill/>
          <a:ln>
            <a:noFill/>
          </a:ln>
        </p:spPr>
        <p:txBody>
          <a:bodyPr/>
          <a:lstStyle/>
          <a:p>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_26_1">
    <p:spTree>
      <p:nvGrpSpPr>
        <p:cNvPr id="1" name="Shape 85"/>
        <p:cNvGrpSpPr/>
        <p:nvPr/>
      </p:nvGrpSpPr>
      <p:grpSpPr>
        <a:xfrm>
          <a:off x="0" y="0"/>
          <a:ext cx="0" cy="0"/>
          <a:chOff x="0" y="0"/>
          <a:chExt cx="0" cy="0"/>
        </a:xfrm>
      </p:grpSpPr>
      <p:sp>
        <p:nvSpPr>
          <p:cNvPr id="86" name="Google Shape;86;p13"/>
          <p:cNvSpPr txBox="1">
            <a:spLocks noGrp="1"/>
          </p:cNvSpPr>
          <p:nvPr>
            <p:ph type="title" hasCustomPrompt="1"/>
          </p:nvPr>
        </p:nvSpPr>
        <p:spPr>
          <a:xfrm>
            <a:off x="844722" y="1760255"/>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7" name="Google Shape;87;p13"/>
          <p:cNvSpPr txBox="1">
            <a:spLocks noGrp="1"/>
          </p:cNvSpPr>
          <p:nvPr>
            <p:ph type="subTitle" idx="1"/>
          </p:nvPr>
        </p:nvSpPr>
        <p:spPr>
          <a:xfrm>
            <a:off x="1739500" y="1454396"/>
            <a:ext cx="2641500" cy="52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200">
                <a:latin typeface="Encode Sans Black"/>
                <a:ea typeface="Encode Sans Black"/>
                <a:cs typeface="Encode Sans Black"/>
                <a:sym typeface="Encode Sans Black"/>
              </a:defRPr>
            </a:lvl1pPr>
            <a:lvl2pPr lvl="1" rtl="0">
              <a:lnSpc>
                <a:spcPct val="100000"/>
              </a:lnSpc>
              <a:spcBef>
                <a:spcPts val="0"/>
              </a:spcBef>
              <a:spcAft>
                <a:spcPts val="0"/>
              </a:spcAft>
              <a:buNone/>
              <a:defRPr sz="2200">
                <a:latin typeface="Encode Sans Black"/>
                <a:ea typeface="Encode Sans Black"/>
                <a:cs typeface="Encode Sans Black"/>
                <a:sym typeface="Encode Sans Black"/>
              </a:defRPr>
            </a:lvl2pPr>
            <a:lvl3pPr lvl="2" rtl="0">
              <a:lnSpc>
                <a:spcPct val="100000"/>
              </a:lnSpc>
              <a:spcBef>
                <a:spcPts val="0"/>
              </a:spcBef>
              <a:spcAft>
                <a:spcPts val="0"/>
              </a:spcAft>
              <a:buNone/>
              <a:defRPr sz="2200">
                <a:latin typeface="Encode Sans Black"/>
                <a:ea typeface="Encode Sans Black"/>
                <a:cs typeface="Encode Sans Black"/>
                <a:sym typeface="Encode Sans Black"/>
              </a:defRPr>
            </a:lvl3pPr>
            <a:lvl4pPr lvl="3" rtl="0">
              <a:lnSpc>
                <a:spcPct val="100000"/>
              </a:lnSpc>
              <a:spcBef>
                <a:spcPts val="0"/>
              </a:spcBef>
              <a:spcAft>
                <a:spcPts val="0"/>
              </a:spcAft>
              <a:buNone/>
              <a:defRPr sz="2200">
                <a:latin typeface="Encode Sans Black"/>
                <a:ea typeface="Encode Sans Black"/>
                <a:cs typeface="Encode Sans Black"/>
                <a:sym typeface="Encode Sans Black"/>
              </a:defRPr>
            </a:lvl4pPr>
            <a:lvl5pPr lvl="4" rtl="0">
              <a:lnSpc>
                <a:spcPct val="100000"/>
              </a:lnSpc>
              <a:spcBef>
                <a:spcPts val="0"/>
              </a:spcBef>
              <a:spcAft>
                <a:spcPts val="0"/>
              </a:spcAft>
              <a:buNone/>
              <a:defRPr sz="2200">
                <a:latin typeface="Encode Sans Black"/>
                <a:ea typeface="Encode Sans Black"/>
                <a:cs typeface="Encode Sans Black"/>
                <a:sym typeface="Encode Sans Black"/>
              </a:defRPr>
            </a:lvl5pPr>
            <a:lvl6pPr lvl="5" rtl="0">
              <a:lnSpc>
                <a:spcPct val="100000"/>
              </a:lnSpc>
              <a:spcBef>
                <a:spcPts val="0"/>
              </a:spcBef>
              <a:spcAft>
                <a:spcPts val="0"/>
              </a:spcAft>
              <a:buNone/>
              <a:defRPr sz="2200">
                <a:latin typeface="Encode Sans Black"/>
                <a:ea typeface="Encode Sans Black"/>
                <a:cs typeface="Encode Sans Black"/>
                <a:sym typeface="Encode Sans Black"/>
              </a:defRPr>
            </a:lvl6pPr>
            <a:lvl7pPr lvl="6" rtl="0">
              <a:lnSpc>
                <a:spcPct val="100000"/>
              </a:lnSpc>
              <a:spcBef>
                <a:spcPts val="0"/>
              </a:spcBef>
              <a:spcAft>
                <a:spcPts val="0"/>
              </a:spcAft>
              <a:buNone/>
              <a:defRPr sz="2200">
                <a:latin typeface="Encode Sans Black"/>
                <a:ea typeface="Encode Sans Black"/>
                <a:cs typeface="Encode Sans Black"/>
                <a:sym typeface="Encode Sans Black"/>
              </a:defRPr>
            </a:lvl7pPr>
            <a:lvl8pPr lvl="7" rtl="0">
              <a:lnSpc>
                <a:spcPct val="100000"/>
              </a:lnSpc>
              <a:spcBef>
                <a:spcPts val="0"/>
              </a:spcBef>
              <a:spcAft>
                <a:spcPts val="0"/>
              </a:spcAft>
              <a:buNone/>
              <a:defRPr sz="2200">
                <a:latin typeface="Encode Sans Black"/>
                <a:ea typeface="Encode Sans Black"/>
                <a:cs typeface="Encode Sans Black"/>
                <a:sym typeface="Encode Sans Black"/>
              </a:defRPr>
            </a:lvl8pPr>
            <a:lvl9pPr lvl="8" rtl="0">
              <a:lnSpc>
                <a:spcPct val="100000"/>
              </a:lnSpc>
              <a:spcBef>
                <a:spcPts val="0"/>
              </a:spcBef>
              <a:spcAft>
                <a:spcPts val="0"/>
              </a:spcAft>
              <a:buNone/>
              <a:defRPr sz="2200">
                <a:latin typeface="Encode Sans Black"/>
                <a:ea typeface="Encode Sans Black"/>
                <a:cs typeface="Encode Sans Black"/>
                <a:sym typeface="Encode Sans Black"/>
              </a:defRPr>
            </a:lvl9pPr>
          </a:lstStyle>
          <a:p>
            <a:endParaRPr/>
          </a:p>
        </p:txBody>
      </p:sp>
      <p:sp>
        <p:nvSpPr>
          <p:cNvPr id="88" name="Google Shape;88;p13"/>
          <p:cNvSpPr txBox="1">
            <a:spLocks noGrp="1"/>
          </p:cNvSpPr>
          <p:nvPr>
            <p:ph type="subTitle" idx="2"/>
          </p:nvPr>
        </p:nvSpPr>
        <p:spPr>
          <a:xfrm>
            <a:off x="1739500" y="1922398"/>
            <a:ext cx="2641500" cy="59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89" name="Google Shape;89;p13"/>
          <p:cNvSpPr txBox="1">
            <a:spLocks noGrp="1"/>
          </p:cNvSpPr>
          <p:nvPr>
            <p:ph type="title" idx="3" hasCustomPrompt="1"/>
          </p:nvPr>
        </p:nvSpPr>
        <p:spPr>
          <a:xfrm>
            <a:off x="844722" y="3287077"/>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0" name="Google Shape;90;p13"/>
          <p:cNvSpPr txBox="1">
            <a:spLocks noGrp="1"/>
          </p:cNvSpPr>
          <p:nvPr>
            <p:ph type="subTitle" idx="4"/>
          </p:nvPr>
        </p:nvSpPr>
        <p:spPr>
          <a:xfrm>
            <a:off x="1739500" y="2981224"/>
            <a:ext cx="2641500" cy="52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200">
                <a:latin typeface="Encode Sans Black"/>
                <a:ea typeface="Encode Sans Black"/>
                <a:cs typeface="Encode Sans Black"/>
                <a:sym typeface="Encode Sans Black"/>
              </a:defRPr>
            </a:lvl1pPr>
            <a:lvl2pPr lvl="1" rtl="0">
              <a:lnSpc>
                <a:spcPct val="100000"/>
              </a:lnSpc>
              <a:spcBef>
                <a:spcPts val="0"/>
              </a:spcBef>
              <a:spcAft>
                <a:spcPts val="0"/>
              </a:spcAft>
              <a:buNone/>
              <a:defRPr sz="2200">
                <a:latin typeface="Encode Sans Black"/>
                <a:ea typeface="Encode Sans Black"/>
                <a:cs typeface="Encode Sans Black"/>
                <a:sym typeface="Encode Sans Black"/>
              </a:defRPr>
            </a:lvl2pPr>
            <a:lvl3pPr lvl="2" rtl="0">
              <a:lnSpc>
                <a:spcPct val="100000"/>
              </a:lnSpc>
              <a:spcBef>
                <a:spcPts val="0"/>
              </a:spcBef>
              <a:spcAft>
                <a:spcPts val="0"/>
              </a:spcAft>
              <a:buNone/>
              <a:defRPr sz="2200">
                <a:latin typeface="Encode Sans Black"/>
                <a:ea typeface="Encode Sans Black"/>
                <a:cs typeface="Encode Sans Black"/>
                <a:sym typeface="Encode Sans Black"/>
              </a:defRPr>
            </a:lvl3pPr>
            <a:lvl4pPr lvl="3" rtl="0">
              <a:lnSpc>
                <a:spcPct val="100000"/>
              </a:lnSpc>
              <a:spcBef>
                <a:spcPts val="0"/>
              </a:spcBef>
              <a:spcAft>
                <a:spcPts val="0"/>
              </a:spcAft>
              <a:buNone/>
              <a:defRPr sz="2200">
                <a:latin typeface="Encode Sans Black"/>
                <a:ea typeface="Encode Sans Black"/>
                <a:cs typeface="Encode Sans Black"/>
                <a:sym typeface="Encode Sans Black"/>
              </a:defRPr>
            </a:lvl4pPr>
            <a:lvl5pPr lvl="4" rtl="0">
              <a:lnSpc>
                <a:spcPct val="100000"/>
              </a:lnSpc>
              <a:spcBef>
                <a:spcPts val="0"/>
              </a:spcBef>
              <a:spcAft>
                <a:spcPts val="0"/>
              </a:spcAft>
              <a:buNone/>
              <a:defRPr sz="2200">
                <a:latin typeface="Encode Sans Black"/>
                <a:ea typeface="Encode Sans Black"/>
                <a:cs typeface="Encode Sans Black"/>
                <a:sym typeface="Encode Sans Black"/>
              </a:defRPr>
            </a:lvl5pPr>
            <a:lvl6pPr lvl="5" rtl="0">
              <a:lnSpc>
                <a:spcPct val="100000"/>
              </a:lnSpc>
              <a:spcBef>
                <a:spcPts val="0"/>
              </a:spcBef>
              <a:spcAft>
                <a:spcPts val="0"/>
              </a:spcAft>
              <a:buNone/>
              <a:defRPr sz="2200">
                <a:latin typeface="Encode Sans Black"/>
                <a:ea typeface="Encode Sans Black"/>
                <a:cs typeface="Encode Sans Black"/>
                <a:sym typeface="Encode Sans Black"/>
              </a:defRPr>
            </a:lvl6pPr>
            <a:lvl7pPr lvl="6" rtl="0">
              <a:lnSpc>
                <a:spcPct val="100000"/>
              </a:lnSpc>
              <a:spcBef>
                <a:spcPts val="0"/>
              </a:spcBef>
              <a:spcAft>
                <a:spcPts val="0"/>
              </a:spcAft>
              <a:buNone/>
              <a:defRPr sz="2200">
                <a:latin typeface="Encode Sans Black"/>
                <a:ea typeface="Encode Sans Black"/>
                <a:cs typeface="Encode Sans Black"/>
                <a:sym typeface="Encode Sans Black"/>
              </a:defRPr>
            </a:lvl7pPr>
            <a:lvl8pPr lvl="7" rtl="0">
              <a:lnSpc>
                <a:spcPct val="100000"/>
              </a:lnSpc>
              <a:spcBef>
                <a:spcPts val="0"/>
              </a:spcBef>
              <a:spcAft>
                <a:spcPts val="0"/>
              </a:spcAft>
              <a:buNone/>
              <a:defRPr sz="2200">
                <a:latin typeface="Encode Sans Black"/>
                <a:ea typeface="Encode Sans Black"/>
                <a:cs typeface="Encode Sans Black"/>
                <a:sym typeface="Encode Sans Black"/>
              </a:defRPr>
            </a:lvl8pPr>
            <a:lvl9pPr lvl="8" rtl="0">
              <a:lnSpc>
                <a:spcPct val="100000"/>
              </a:lnSpc>
              <a:spcBef>
                <a:spcPts val="0"/>
              </a:spcBef>
              <a:spcAft>
                <a:spcPts val="0"/>
              </a:spcAft>
              <a:buNone/>
              <a:defRPr sz="2200">
                <a:latin typeface="Encode Sans Black"/>
                <a:ea typeface="Encode Sans Black"/>
                <a:cs typeface="Encode Sans Black"/>
                <a:sym typeface="Encode Sans Black"/>
              </a:defRPr>
            </a:lvl9pPr>
          </a:lstStyle>
          <a:p>
            <a:endParaRPr/>
          </a:p>
        </p:txBody>
      </p:sp>
      <p:sp>
        <p:nvSpPr>
          <p:cNvPr id="91" name="Google Shape;91;p13"/>
          <p:cNvSpPr txBox="1">
            <a:spLocks noGrp="1"/>
          </p:cNvSpPr>
          <p:nvPr>
            <p:ph type="subTitle" idx="5"/>
          </p:nvPr>
        </p:nvSpPr>
        <p:spPr>
          <a:xfrm>
            <a:off x="1739500" y="3449222"/>
            <a:ext cx="2641500" cy="59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92" name="Google Shape;92;p13"/>
          <p:cNvSpPr txBox="1">
            <a:spLocks noGrp="1"/>
          </p:cNvSpPr>
          <p:nvPr>
            <p:ph type="title" idx="6" hasCustomPrompt="1"/>
          </p:nvPr>
        </p:nvSpPr>
        <p:spPr>
          <a:xfrm>
            <a:off x="4784968" y="1760255"/>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3" name="Google Shape;93;p13"/>
          <p:cNvSpPr txBox="1">
            <a:spLocks noGrp="1"/>
          </p:cNvSpPr>
          <p:nvPr>
            <p:ph type="subTitle" idx="7"/>
          </p:nvPr>
        </p:nvSpPr>
        <p:spPr>
          <a:xfrm>
            <a:off x="5679749" y="1454403"/>
            <a:ext cx="2641500" cy="52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200">
                <a:latin typeface="Encode Sans Black"/>
                <a:ea typeface="Encode Sans Black"/>
                <a:cs typeface="Encode Sans Black"/>
                <a:sym typeface="Encode Sans Black"/>
              </a:defRPr>
            </a:lvl1pPr>
            <a:lvl2pPr lvl="1" rtl="0">
              <a:lnSpc>
                <a:spcPct val="100000"/>
              </a:lnSpc>
              <a:spcBef>
                <a:spcPts val="0"/>
              </a:spcBef>
              <a:spcAft>
                <a:spcPts val="0"/>
              </a:spcAft>
              <a:buNone/>
              <a:defRPr sz="2200">
                <a:latin typeface="Encode Sans Black"/>
                <a:ea typeface="Encode Sans Black"/>
                <a:cs typeface="Encode Sans Black"/>
                <a:sym typeface="Encode Sans Black"/>
              </a:defRPr>
            </a:lvl2pPr>
            <a:lvl3pPr lvl="2" rtl="0">
              <a:lnSpc>
                <a:spcPct val="100000"/>
              </a:lnSpc>
              <a:spcBef>
                <a:spcPts val="0"/>
              </a:spcBef>
              <a:spcAft>
                <a:spcPts val="0"/>
              </a:spcAft>
              <a:buNone/>
              <a:defRPr sz="2200">
                <a:latin typeface="Encode Sans Black"/>
                <a:ea typeface="Encode Sans Black"/>
                <a:cs typeface="Encode Sans Black"/>
                <a:sym typeface="Encode Sans Black"/>
              </a:defRPr>
            </a:lvl3pPr>
            <a:lvl4pPr lvl="3" rtl="0">
              <a:lnSpc>
                <a:spcPct val="100000"/>
              </a:lnSpc>
              <a:spcBef>
                <a:spcPts val="0"/>
              </a:spcBef>
              <a:spcAft>
                <a:spcPts val="0"/>
              </a:spcAft>
              <a:buNone/>
              <a:defRPr sz="2200">
                <a:latin typeface="Encode Sans Black"/>
                <a:ea typeface="Encode Sans Black"/>
                <a:cs typeface="Encode Sans Black"/>
                <a:sym typeface="Encode Sans Black"/>
              </a:defRPr>
            </a:lvl4pPr>
            <a:lvl5pPr lvl="4" rtl="0">
              <a:lnSpc>
                <a:spcPct val="100000"/>
              </a:lnSpc>
              <a:spcBef>
                <a:spcPts val="0"/>
              </a:spcBef>
              <a:spcAft>
                <a:spcPts val="0"/>
              </a:spcAft>
              <a:buNone/>
              <a:defRPr sz="2200">
                <a:latin typeface="Encode Sans Black"/>
                <a:ea typeface="Encode Sans Black"/>
                <a:cs typeface="Encode Sans Black"/>
                <a:sym typeface="Encode Sans Black"/>
              </a:defRPr>
            </a:lvl5pPr>
            <a:lvl6pPr lvl="5" rtl="0">
              <a:lnSpc>
                <a:spcPct val="100000"/>
              </a:lnSpc>
              <a:spcBef>
                <a:spcPts val="0"/>
              </a:spcBef>
              <a:spcAft>
                <a:spcPts val="0"/>
              </a:spcAft>
              <a:buNone/>
              <a:defRPr sz="2200">
                <a:latin typeface="Encode Sans Black"/>
                <a:ea typeface="Encode Sans Black"/>
                <a:cs typeface="Encode Sans Black"/>
                <a:sym typeface="Encode Sans Black"/>
              </a:defRPr>
            </a:lvl6pPr>
            <a:lvl7pPr lvl="6" rtl="0">
              <a:lnSpc>
                <a:spcPct val="100000"/>
              </a:lnSpc>
              <a:spcBef>
                <a:spcPts val="0"/>
              </a:spcBef>
              <a:spcAft>
                <a:spcPts val="0"/>
              </a:spcAft>
              <a:buNone/>
              <a:defRPr sz="2200">
                <a:latin typeface="Encode Sans Black"/>
                <a:ea typeface="Encode Sans Black"/>
                <a:cs typeface="Encode Sans Black"/>
                <a:sym typeface="Encode Sans Black"/>
              </a:defRPr>
            </a:lvl7pPr>
            <a:lvl8pPr lvl="7" rtl="0">
              <a:lnSpc>
                <a:spcPct val="100000"/>
              </a:lnSpc>
              <a:spcBef>
                <a:spcPts val="0"/>
              </a:spcBef>
              <a:spcAft>
                <a:spcPts val="0"/>
              </a:spcAft>
              <a:buNone/>
              <a:defRPr sz="2200">
                <a:latin typeface="Encode Sans Black"/>
                <a:ea typeface="Encode Sans Black"/>
                <a:cs typeface="Encode Sans Black"/>
                <a:sym typeface="Encode Sans Black"/>
              </a:defRPr>
            </a:lvl8pPr>
            <a:lvl9pPr lvl="8" rtl="0">
              <a:lnSpc>
                <a:spcPct val="100000"/>
              </a:lnSpc>
              <a:spcBef>
                <a:spcPts val="0"/>
              </a:spcBef>
              <a:spcAft>
                <a:spcPts val="0"/>
              </a:spcAft>
              <a:buNone/>
              <a:defRPr sz="2200">
                <a:latin typeface="Encode Sans Black"/>
                <a:ea typeface="Encode Sans Black"/>
                <a:cs typeface="Encode Sans Black"/>
                <a:sym typeface="Encode Sans Black"/>
              </a:defRPr>
            </a:lvl9pPr>
          </a:lstStyle>
          <a:p>
            <a:endParaRPr/>
          </a:p>
        </p:txBody>
      </p:sp>
      <p:sp>
        <p:nvSpPr>
          <p:cNvPr id="94" name="Google Shape;94;p13"/>
          <p:cNvSpPr txBox="1">
            <a:spLocks noGrp="1"/>
          </p:cNvSpPr>
          <p:nvPr>
            <p:ph type="subTitle" idx="8"/>
          </p:nvPr>
        </p:nvSpPr>
        <p:spPr>
          <a:xfrm>
            <a:off x="5679748" y="1922398"/>
            <a:ext cx="2641500" cy="59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95" name="Google Shape;95;p13"/>
          <p:cNvSpPr txBox="1">
            <a:spLocks noGrp="1"/>
          </p:cNvSpPr>
          <p:nvPr>
            <p:ph type="title" idx="9"/>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96" name="Google Shape;96;p13"/>
          <p:cNvSpPr txBox="1">
            <a:spLocks noGrp="1"/>
          </p:cNvSpPr>
          <p:nvPr>
            <p:ph type="title" idx="13" hasCustomPrompt="1"/>
          </p:nvPr>
        </p:nvSpPr>
        <p:spPr>
          <a:xfrm>
            <a:off x="4784975" y="3287088"/>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7" name="Google Shape;97;p13"/>
          <p:cNvSpPr txBox="1">
            <a:spLocks noGrp="1"/>
          </p:cNvSpPr>
          <p:nvPr>
            <p:ph type="subTitle" idx="14"/>
          </p:nvPr>
        </p:nvSpPr>
        <p:spPr>
          <a:xfrm>
            <a:off x="5679748" y="2981224"/>
            <a:ext cx="2641500" cy="52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200">
                <a:latin typeface="Encode Sans Black"/>
                <a:ea typeface="Encode Sans Black"/>
                <a:cs typeface="Encode Sans Black"/>
                <a:sym typeface="Encode Sans Black"/>
              </a:defRPr>
            </a:lvl1pPr>
            <a:lvl2pPr lvl="1" rtl="0">
              <a:lnSpc>
                <a:spcPct val="100000"/>
              </a:lnSpc>
              <a:spcBef>
                <a:spcPts val="0"/>
              </a:spcBef>
              <a:spcAft>
                <a:spcPts val="0"/>
              </a:spcAft>
              <a:buNone/>
              <a:defRPr sz="2200">
                <a:latin typeface="Encode Sans Black"/>
                <a:ea typeface="Encode Sans Black"/>
                <a:cs typeface="Encode Sans Black"/>
                <a:sym typeface="Encode Sans Black"/>
              </a:defRPr>
            </a:lvl2pPr>
            <a:lvl3pPr lvl="2" rtl="0">
              <a:lnSpc>
                <a:spcPct val="100000"/>
              </a:lnSpc>
              <a:spcBef>
                <a:spcPts val="0"/>
              </a:spcBef>
              <a:spcAft>
                <a:spcPts val="0"/>
              </a:spcAft>
              <a:buNone/>
              <a:defRPr sz="2200">
                <a:latin typeface="Encode Sans Black"/>
                <a:ea typeface="Encode Sans Black"/>
                <a:cs typeface="Encode Sans Black"/>
                <a:sym typeface="Encode Sans Black"/>
              </a:defRPr>
            </a:lvl3pPr>
            <a:lvl4pPr lvl="3" rtl="0">
              <a:lnSpc>
                <a:spcPct val="100000"/>
              </a:lnSpc>
              <a:spcBef>
                <a:spcPts val="0"/>
              </a:spcBef>
              <a:spcAft>
                <a:spcPts val="0"/>
              </a:spcAft>
              <a:buNone/>
              <a:defRPr sz="2200">
                <a:latin typeface="Encode Sans Black"/>
                <a:ea typeface="Encode Sans Black"/>
                <a:cs typeface="Encode Sans Black"/>
                <a:sym typeface="Encode Sans Black"/>
              </a:defRPr>
            </a:lvl4pPr>
            <a:lvl5pPr lvl="4" rtl="0">
              <a:lnSpc>
                <a:spcPct val="100000"/>
              </a:lnSpc>
              <a:spcBef>
                <a:spcPts val="0"/>
              </a:spcBef>
              <a:spcAft>
                <a:spcPts val="0"/>
              </a:spcAft>
              <a:buNone/>
              <a:defRPr sz="2200">
                <a:latin typeface="Encode Sans Black"/>
                <a:ea typeface="Encode Sans Black"/>
                <a:cs typeface="Encode Sans Black"/>
                <a:sym typeface="Encode Sans Black"/>
              </a:defRPr>
            </a:lvl5pPr>
            <a:lvl6pPr lvl="5" rtl="0">
              <a:lnSpc>
                <a:spcPct val="100000"/>
              </a:lnSpc>
              <a:spcBef>
                <a:spcPts val="0"/>
              </a:spcBef>
              <a:spcAft>
                <a:spcPts val="0"/>
              </a:spcAft>
              <a:buNone/>
              <a:defRPr sz="2200">
                <a:latin typeface="Encode Sans Black"/>
                <a:ea typeface="Encode Sans Black"/>
                <a:cs typeface="Encode Sans Black"/>
                <a:sym typeface="Encode Sans Black"/>
              </a:defRPr>
            </a:lvl6pPr>
            <a:lvl7pPr lvl="6" rtl="0">
              <a:lnSpc>
                <a:spcPct val="100000"/>
              </a:lnSpc>
              <a:spcBef>
                <a:spcPts val="0"/>
              </a:spcBef>
              <a:spcAft>
                <a:spcPts val="0"/>
              </a:spcAft>
              <a:buNone/>
              <a:defRPr sz="2200">
                <a:latin typeface="Encode Sans Black"/>
                <a:ea typeface="Encode Sans Black"/>
                <a:cs typeface="Encode Sans Black"/>
                <a:sym typeface="Encode Sans Black"/>
              </a:defRPr>
            </a:lvl7pPr>
            <a:lvl8pPr lvl="7" rtl="0">
              <a:lnSpc>
                <a:spcPct val="100000"/>
              </a:lnSpc>
              <a:spcBef>
                <a:spcPts val="0"/>
              </a:spcBef>
              <a:spcAft>
                <a:spcPts val="0"/>
              </a:spcAft>
              <a:buNone/>
              <a:defRPr sz="2200">
                <a:latin typeface="Encode Sans Black"/>
                <a:ea typeface="Encode Sans Black"/>
                <a:cs typeface="Encode Sans Black"/>
                <a:sym typeface="Encode Sans Black"/>
              </a:defRPr>
            </a:lvl8pPr>
            <a:lvl9pPr lvl="8" rtl="0">
              <a:lnSpc>
                <a:spcPct val="100000"/>
              </a:lnSpc>
              <a:spcBef>
                <a:spcPts val="0"/>
              </a:spcBef>
              <a:spcAft>
                <a:spcPts val="0"/>
              </a:spcAft>
              <a:buNone/>
              <a:defRPr sz="2200">
                <a:latin typeface="Encode Sans Black"/>
                <a:ea typeface="Encode Sans Black"/>
                <a:cs typeface="Encode Sans Black"/>
                <a:sym typeface="Encode Sans Black"/>
              </a:defRPr>
            </a:lvl9pPr>
          </a:lstStyle>
          <a:p>
            <a:endParaRPr/>
          </a:p>
        </p:txBody>
      </p:sp>
      <p:sp>
        <p:nvSpPr>
          <p:cNvPr id="98" name="Google Shape;98;p13"/>
          <p:cNvSpPr txBox="1">
            <a:spLocks noGrp="1"/>
          </p:cNvSpPr>
          <p:nvPr>
            <p:ph type="subTitle" idx="15"/>
          </p:nvPr>
        </p:nvSpPr>
        <p:spPr>
          <a:xfrm>
            <a:off x="5679748" y="3449234"/>
            <a:ext cx="2641500" cy="59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grpSp>
        <p:nvGrpSpPr>
          <p:cNvPr id="99" name="Google Shape;99;p13"/>
          <p:cNvGrpSpPr/>
          <p:nvPr/>
        </p:nvGrpSpPr>
        <p:grpSpPr>
          <a:xfrm>
            <a:off x="5831375" y="-1877825"/>
            <a:ext cx="3995738" cy="2857624"/>
            <a:chOff x="5890500" y="-1708125"/>
            <a:chExt cx="3995738" cy="2857624"/>
          </a:xfrm>
        </p:grpSpPr>
        <p:sp>
          <p:nvSpPr>
            <p:cNvPr id="100" name="Google Shape;100;p13"/>
            <p:cNvSpPr/>
            <p:nvPr/>
          </p:nvSpPr>
          <p:spPr>
            <a:xfrm>
              <a:off x="5890500" y="-1708125"/>
              <a:ext cx="3995738" cy="2857624"/>
            </a:xfrm>
            <a:custGeom>
              <a:avLst/>
              <a:gdLst/>
              <a:ahLst/>
              <a:cxnLst/>
              <a:rect l="l" t="t" r="r" b="b"/>
              <a:pathLst>
                <a:path w="105241" h="75265" fill="none" extrusionOk="0">
                  <a:moveTo>
                    <a:pt x="1015" y="31876"/>
                  </a:moveTo>
                  <a:cubicBezTo>
                    <a:pt x="1" y="36693"/>
                    <a:pt x="1627" y="42312"/>
                    <a:pt x="5852" y="44846"/>
                  </a:cubicBezTo>
                  <a:cubicBezTo>
                    <a:pt x="10119" y="47402"/>
                    <a:pt x="15696" y="46241"/>
                    <a:pt x="20111" y="43959"/>
                  </a:cubicBezTo>
                  <a:cubicBezTo>
                    <a:pt x="23448" y="42227"/>
                    <a:pt x="27018" y="39798"/>
                    <a:pt x="30631" y="40833"/>
                  </a:cubicBezTo>
                  <a:cubicBezTo>
                    <a:pt x="33693" y="41720"/>
                    <a:pt x="35574" y="44889"/>
                    <a:pt x="36080" y="48015"/>
                  </a:cubicBezTo>
                  <a:cubicBezTo>
                    <a:pt x="36566" y="51162"/>
                    <a:pt x="35975" y="54352"/>
                    <a:pt x="35700" y="57500"/>
                  </a:cubicBezTo>
                  <a:cubicBezTo>
                    <a:pt x="35405" y="60668"/>
                    <a:pt x="35489" y="64027"/>
                    <a:pt x="37137" y="66731"/>
                  </a:cubicBezTo>
                  <a:cubicBezTo>
                    <a:pt x="39143" y="70026"/>
                    <a:pt x="43241" y="71653"/>
                    <a:pt x="47086" y="71442"/>
                  </a:cubicBezTo>
                  <a:cubicBezTo>
                    <a:pt x="50952" y="71230"/>
                    <a:pt x="54543" y="69414"/>
                    <a:pt x="57606" y="67069"/>
                  </a:cubicBezTo>
                  <a:cubicBezTo>
                    <a:pt x="60732" y="64661"/>
                    <a:pt x="64344" y="61471"/>
                    <a:pt x="68062" y="62802"/>
                  </a:cubicBezTo>
                  <a:cubicBezTo>
                    <a:pt x="71336" y="63964"/>
                    <a:pt x="72477" y="67935"/>
                    <a:pt x="74737" y="70575"/>
                  </a:cubicBezTo>
                  <a:cubicBezTo>
                    <a:pt x="78286" y="74737"/>
                    <a:pt x="84919" y="75265"/>
                    <a:pt x="89820" y="72836"/>
                  </a:cubicBezTo>
                  <a:cubicBezTo>
                    <a:pt x="94742" y="70428"/>
                    <a:pt x="98143" y="65654"/>
                    <a:pt x="100339" y="60647"/>
                  </a:cubicBezTo>
                  <a:cubicBezTo>
                    <a:pt x="105240" y="49557"/>
                    <a:pt x="105050" y="36333"/>
                    <a:pt x="99832" y="25391"/>
                  </a:cubicBezTo>
                  <a:cubicBezTo>
                    <a:pt x="94615" y="14428"/>
                    <a:pt x="84475" y="5936"/>
                    <a:pt x="72794" y="2746"/>
                  </a:cubicBezTo>
                  <a:cubicBezTo>
                    <a:pt x="62739" y="0"/>
                    <a:pt x="52008" y="1035"/>
                    <a:pt x="41932" y="3697"/>
                  </a:cubicBezTo>
                  <a:cubicBezTo>
                    <a:pt x="32743" y="6105"/>
                    <a:pt x="23829" y="9907"/>
                    <a:pt x="16013" y="15357"/>
                  </a:cubicBezTo>
                  <a:cubicBezTo>
                    <a:pt x="9591" y="19836"/>
                    <a:pt x="2768" y="23490"/>
                    <a:pt x="1015" y="318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101;p13"/>
            <p:cNvSpPr/>
            <p:nvPr/>
          </p:nvSpPr>
          <p:spPr>
            <a:xfrm>
              <a:off x="6514067" y="-1708125"/>
              <a:ext cx="3160650" cy="2260208"/>
            </a:xfrm>
            <a:custGeom>
              <a:avLst/>
              <a:gdLst/>
              <a:ahLst/>
              <a:cxnLst/>
              <a:rect l="l" t="t" r="r" b="b"/>
              <a:pathLst>
                <a:path w="105241" h="75265" fill="none" extrusionOk="0">
                  <a:moveTo>
                    <a:pt x="1015" y="31876"/>
                  </a:moveTo>
                  <a:cubicBezTo>
                    <a:pt x="1" y="36693"/>
                    <a:pt x="1627" y="42312"/>
                    <a:pt x="5852" y="44846"/>
                  </a:cubicBezTo>
                  <a:cubicBezTo>
                    <a:pt x="10119" y="47402"/>
                    <a:pt x="15696" y="46241"/>
                    <a:pt x="20111" y="43959"/>
                  </a:cubicBezTo>
                  <a:cubicBezTo>
                    <a:pt x="23448" y="42227"/>
                    <a:pt x="27018" y="39798"/>
                    <a:pt x="30631" y="40833"/>
                  </a:cubicBezTo>
                  <a:cubicBezTo>
                    <a:pt x="33693" y="41720"/>
                    <a:pt x="35574" y="44889"/>
                    <a:pt x="36080" y="48015"/>
                  </a:cubicBezTo>
                  <a:cubicBezTo>
                    <a:pt x="36566" y="51162"/>
                    <a:pt x="35975" y="54352"/>
                    <a:pt x="35700" y="57500"/>
                  </a:cubicBezTo>
                  <a:cubicBezTo>
                    <a:pt x="35405" y="60668"/>
                    <a:pt x="35489" y="64027"/>
                    <a:pt x="37137" y="66731"/>
                  </a:cubicBezTo>
                  <a:cubicBezTo>
                    <a:pt x="39143" y="70026"/>
                    <a:pt x="43241" y="71653"/>
                    <a:pt x="47086" y="71442"/>
                  </a:cubicBezTo>
                  <a:cubicBezTo>
                    <a:pt x="50952" y="71230"/>
                    <a:pt x="54543" y="69414"/>
                    <a:pt x="57606" y="67069"/>
                  </a:cubicBezTo>
                  <a:cubicBezTo>
                    <a:pt x="60732" y="64661"/>
                    <a:pt x="64344" y="61471"/>
                    <a:pt x="68062" y="62802"/>
                  </a:cubicBezTo>
                  <a:cubicBezTo>
                    <a:pt x="71336" y="63964"/>
                    <a:pt x="72477" y="67935"/>
                    <a:pt x="74737" y="70575"/>
                  </a:cubicBezTo>
                  <a:cubicBezTo>
                    <a:pt x="78286" y="74737"/>
                    <a:pt x="84919" y="75265"/>
                    <a:pt x="89820" y="72836"/>
                  </a:cubicBezTo>
                  <a:cubicBezTo>
                    <a:pt x="94742" y="70428"/>
                    <a:pt x="98143" y="65654"/>
                    <a:pt x="100339" y="60647"/>
                  </a:cubicBezTo>
                  <a:cubicBezTo>
                    <a:pt x="105240" y="49557"/>
                    <a:pt x="105050" y="36333"/>
                    <a:pt x="99832" y="25391"/>
                  </a:cubicBezTo>
                  <a:cubicBezTo>
                    <a:pt x="94615" y="14428"/>
                    <a:pt x="84475" y="5936"/>
                    <a:pt x="72794" y="2746"/>
                  </a:cubicBezTo>
                  <a:cubicBezTo>
                    <a:pt x="62739" y="0"/>
                    <a:pt x="52008" y="1035"/>
                    <a:pt x="41932" y="3697"/>
                  </a:cubicBezTo>
                  <a:cubicBezTo>
                    <a:pt x="32743" y="6105"/>
                    <a:pt x="23829" y="9907"/>
                    <a:pt x="16013" y="15357"/>
                  </a:cubicBezTo>
                  <a:cubicBezTo>
                    <a:pt x="9591" y="19836"/>
                    <a:pt x="2768" y="23490"/>
                    <a:pt x="1015" y="318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2" name="Google Shape;102;p13"/>
          <p:cNvGrpSpPr/>
          <p:nvPr/>
        </p:nvGrpSpPr>
        <p:grpSpPr>
          <a:xfrm>
            <a:off x="-1003843" y="2789222"/>
            <a:ext cx="3967665" cy="3967303"/>
            <a:chOff x="-1003843" y="2789222"/>
            <a:chExt cx="3967665" cy="3967303"/>
          </a:xfrm>
        </p:grpSpPr>
        <p:sp>
          <p:nvSpPr>
            <p:cNvPr id="103" name="Google Shape;103;p13"/>
            <p:cNvSpPr/>
            <p:nvPr/>
          </p:nvSpPr>
          <p:spPr>
            <a:xfrm rot="8100157" flipH="1">
              <a:off x="-261918" y="3209346"/>
              <a:ext cx="2483815" cy="3127055"/>
            </a:xfrm>
            <a:custGeom>
              <a:avLst/>
              <a:gdLst/>
              <a:ahLst/>
              <a:cxnLst/>
              <a:rect l="l" t="t" r="r" b="b"/>
              <a:pathLst>
                <a:path w="64196" h="80821" fill="none" extrusionOk="0">
                  <a:moveTo>
                    <a:pt x="35108" y="59803"/>
                  </a:moveTo>
                  <a:cubicBezTo>
                    <a:pt x="35404" y="55176"/>
                    <a:pt x="33503" y="50212"/>
                    <a:pt x="35636" y="46114"/>
                  </a:cubicBezTo>
                  <a:cubicBezTo>
                    <a:pt x="37115" y="43326"/>
                    <a:pt x="40136" y="41699"/>
                    <a:pt x="43156" y="40770"/>
                  </a:cubicBezTo>
                  <a:cubicBezTo>
                    <a:pt x="46177" y="39861"/>
                    <a:pt x="49367" y="39481"/>
                    <a:pt x="52282" y="38298"/>
                  </a:cubicBezTo>
                  <a:cubicBezTo>
                    <a:pt x="57225" y="36313"/>
                    <a:pt x="61154" y="32003"/>
                    <a:pt x="62675" y="26891"/>
                  </a:cubicBezTo>
                  <a:cubicBezTo>
                    <a:pt x="64196" y="21800"/>
                    <a:pt x="63288" y="16034"/>
                    <a:pt x="60267" y="11661"/>
                  </a:cubicBezTo>
                  <a:cubicBezTo>
                    <a:pt x="57288" y="7373"/>
                    <a:pt x="52514" y="4563"/>
                    <a:pt x="47508" y="3085"/>
                  </a:cubicBezTo>
                  <a:cubicBezTo>
                    <a:pt x="37115" y="1"/>
                    <a:pt x="25391" y="2366"/>
                    <a:pt x="16709" y="8851"/>
                  </a:cubicBezTo>
                  <a:cubicBezTo>
                    <a:pt x="8027" y="15315"/>
                    <a:pt x="2472" y="25645"/>
                    <a:pt x="1352" y="36418"/>
                  </a:cubicBezTo>
                  <a:cubicBezTo>
                    <a:pt x="0" y="49262"/>
                    <a:pt x="7394" y="80821"/>
                    <a:pt x="26954" y="71632"/>
                  </a:cubicBezTo>
                  <a:cubicBezTo>
                    <a:pt x="31475" y="69498"/>
                    <a:pt x="34770" y="64809"/>
                    <a:pt x="35108" y="59803"/>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104;p13"/>
            <p:cNvSpPr/>
            <p:nvPr/>
          </p:nvSpPr>
          <p:spPr>
            <a:xfrm rot="8100000" flipH="1">
              <a:off x="-47124" y="3887431"/>
              <a:ext cx="1936257" cy="2437694"/>
            </a:xfrm>
            <a:custGeom>
              <a:avLst/>
              <a:gdLst/>
              <a:ahLst/>
              <a:cxnLst/>
              <a:rect l="l" t="t" r="r" b="b"/>
              <a:pathLst>
                <a:path w="64196" h="80821" fill="none" extrusionOk="0">
                  <a:moveTo>
                    <a:pt x="35108" y="59803"/>
                  </a:moveTo>
                  <a:cubicBezTo>
                    <a:pt x="35404" y="55176"/>
                    <a:pt x="33503" y="50212"/>
                    <a:pt x="35636" y="46114"/>
                  </a:cubicBezTo>
                  <a:cubicBezTo>
                    <a:pt x="37115" y="43326"/>
                    <a:pt x="40136" y="41699"/>
                    <a:pt x="43156" y="40770"/>
                  </a:cubicBezTo>
                  <a:cubicBezTo>
                    <a:pt x="46177" y="39861"/>
                    <a:pt x="49367" y="39481"/>
                    <a:pt x="52282" y="38298"/>
                  </a:cubicBezTo>
                  <a:cubicBezTo>
                    <a:pt x="57225" y="36313"/>
                    <a:pt x="61154" y="32003"/>
                    <a:pt x="62675" y="26891"/>
                  </a:cubicBezTo>
                  <a:cubicBezTo>
                    <a:pt x="64196" y="21800"/>
                    <a:pt x="63288" y="16034"/>
                    <a:pt x="60267" y="11661"/>
                  </a:cubicBezTo>
                  <a:cubicBezTo>
                    <a:pt x="57288" y="7373"/>
                    <a:pt x="52514" y="4563"/>
                    <a:pt x="47508" y="3085"/>
                  </a:cubicBezTo>
                  <a:cubicBezTo>
                    <a:pt x="37115" y="1"/>
                    <a:pt x="25391" y="2366"/>
                    <a:pt x="16709" y="8851"/>
                  </a:cubicBezTo>
                  <a:cubicBezTo>
                    <a:pt x="8027" y="15315"/>
                    <a:pt x="2472" y="25645"/>
                    <a:pt x="1352" y="36418"/>
                  </a:cubicBezTo>
                  <a:cubicBezTo>
                    <a:pt x="0" y="49262"/>
                    <a:pt x="7394" y="80821"/>
                    <a:pt x="26954" y="71632"/>
                  </a:cubicBezTo>
                  <a:cubicBezTo>
                    <a:pt x="31475" y="69498"/>
                    <a:pt x="34770" y="64809"/>
                    <a:pt x="35108" y="59803"/>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4">
  <p:cSld name="CUSTOM_23_1_2_1_1">
    <p:spTree>
      <p:nvGrpSpPr>
        <p:cNvPr id="1" name="Shape 149"/>
        <p:cNvGrpSpPr/>
        <p:nvPr/>
      </p:nvGrpSpPr>
      <p:grpSpPr>
        <a:xfrm>
          <a:off x="0" y="0"/>
          <a:ext cx="0" cy="0"/>
          <a:chOff x="0" y="0"/>
          <a:chExt cx="0" cy="0"/>
        </a:xfrm>
      </p:grpSpPr>
      <p:sp>
        <p:nvSpPr>
          <p:cNvPr id="150" name="Google Shape;150;p19"/>
          <p:cNvSpPr txBox="1">
            <a:spLocks noGrp="1"/>
          </p:cNvSpPr>
          <p:nvPr>
            <p:ph type="subTitle" idx="1"/>
          </p:nvPr>
        </p:nvSpPr>
        <p:spPr>
          <a:xfrm flipH="1">
            <a:off x="720000" y="1299600"/>
            <a:ext cx="3055500" cy="31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1" name="Google Shape;151;p19"/>
          <p:cNvSpPr/>
          <p:nvPr/>
        </p:nvSpPr>
        <p:spPr>
          <a:xfrm rot="5400000">
            <a:off x="7529940" y="-671301"/>
            <a:ext cx="1923473" cy="2421599"/>
          </a:xfrm>
          <a:custGeom>
            <a:avLst/>
            <a:gdLst/>
            <a:ahLst/>
            <a:cxnLst/>
            <a:rect l="l" t="t" r="r" b="b"/>
            <a:pathLst>
              <a:path w="64196" h="80821" fill="none" extrusionOk="0">
                <a:moveTo>
                  <a:pt x="35108" y="59803"/>
                </a:moveTo>
                <a:cubicBezTo>
                  <a:pt x="35404" y="55176"/>
                  <a:pt x="33503" y="50212"/>
                  <a:pt x="35636" y="46114"/>
                </a:cubicBezTo>
                <a:cubicBezTo>
                  <a:pt x="37115" y="43326"/>
                  <a:pt x="40136" y="41699"/>
                  <a:pt x="43156" y="40770"/>
                </a:cubicBezTo>
                <a:cubicBezTo>
                  <a:pt x="46177" y="39861"/>
                  <a:pt x="49367" y="39481"/>
                  <a:pt x="52282" y="38298"/>
                </a:cubicBezTo>
                <a:cubicBezTo>
                  <a:pt x="57225" y="36313"/>
                  <a:pt x="61154" y="32003"/>
                  <a:pt x="62675" y="26891"/>
                </a:cubicBezTo>
                <a:cubicBezTo>
                  <a:pt x="64196" y="21800"/>
                  <a:pt x="63288" y="16034"/>
                  <a:pt x="60267" y="11661"/>
                </a:cubicBezTo>
                <a:cubicBezTo>
                  <a:pt x="57288" y="7373"/>
                  <a:pt x="52514" y="4563"/>
                  <a:pt x="47508" y="3085"/>
                </a:cubicBezTo>
                <a:cubicBezTo>
                  <a:pt x="37115" y="1"/>
                  <a:pt x="25391" y="2366"/>
                  <a:pt x="16709" y="8851"/>
                </a:cubicBezTo>
                <a:cubicBezTo>
                  <a:pt x="8027" y="15315"/>
                  <a:pt x="2472" y="25645"/>
                  <a:pt x="1352" y="36418"/>
                </a:cubicBezTo>
                <a:cubicBezTo>
                  <a:pt x="0" y="49262"/>
                  <a:pt x="7394" y="80821"/>
                  <a:pt x="26954" y="71632"/>
                </a:cubicBezTo>
                <a:cubicBezTo>
                  <a:pt x="31475" y="69498"/>
                  <a:pt x="34770" y="64809"/>
                  <a:pt x="35108" y="59803"/>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19"/>
          <p:cNvSpPr/>
          <p:nvPr/>
        </p:nvSpPr>
        <p:spPr>
          <a:xfrm rot="10800000">
            <a:off x="7800553" y="4241632"/>
            <a:ext cx="1050400" cy="1353025"/>
          </a:xfrm>
          <a:custGeom>
            <a:avLst/>
            <a:gdLst/>
            <a:ahLst/>
            <a:cxnLst/>
            <a:rect l="l" t="t" r="r" b="b"/>
            <a:pathLst>
              <a:path w="42016" h="54121" fill="none" extrusionOk="0">
                <a:moveTo>
                  <a:pt x="3634" y="33039"/>
                </a:moveTo>
                <a:cubicBezTo>
                  <a:pt x="2070" y="36334"/>
                  <a:pt x="486" y="39714"/>
                  <a:pt x="233" y="43347"/>
                </a:cubicBezTo>
                <a:cubicBezTo>
                  <a:pt x="0" y="46981"/>
                  <a:pt x="1416" y="50952"/>
                  <a:pt x="4605" y="52705"/>
                </a:cubicBezTo>
                <a:cubicBezTo>
                  <a:pt x="7182" y="54120"/>
                  <a:pt x="10414" y="53846"/>
                  <a:pt x="13097" y="52663"/>
                </a:cubicBezTo>
                <a:cubicBezTo>
                  <a:pt x="15801" y="51501"/>
                  <a:pt x="18061" y="49537"/>
                  <a:pt x="20258" y="47614"/>
                </a:cubicBezTo>
                <a:cubicBezTo>
                  <a:pt x="23363" y="44910"/>
                  <a:pt x="26469" y="42228"/>
                  <a:pt x="29574" y="39524"/>
                </a:cubicBezTo>
                <a:cubicBezTo>
                  <a:pt x="33461" y="36144"/>
                  <a:pt x="37453" y="32616"/>
                  <a:pt x="39671" y="27969"/>
                </a:cubicBezTo>
                <a:cubicBezTo>
                  <a:pt x="41847" y="23364"/>
                  <a:pt x="42016" y="17851"/>
                  <a:pt x="40157" y="13119"/>
                </a:cubicBezTo>
                <a:cubicBezTo>
                  <a:pt x="38298" y="8387"/>
                  <a:pt x="34411" y="4479"/>
                  <a:pt x="29679" y="2599"/>
                </a:cubicBezTo>
                <a:cubicBezTo>
                  <a:pt x="23131" y="1"/>
                  <a:pt x="17871" y="2515"/>
                  <a:pt x="15252" y="8514"/>
                </a:cubicBezTo>
                <a:cubicBezTo>
                  <a:pt x="11640" y="16794"/>
                  <a:pt x="7520" y="24885"/>
                  <a:pt x="3634" y="33039"/>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 name="Google Shape;153;p19"/>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154" name="Google Shape;154;p19"/>
          <p:cNvSpPr txBox="1">
            <a:spLocks noGrp="1"/>
          </p:cNvSpPr>
          <p:nvPr>
            <p:ph type="subTitle" idx="2"/>
          </p:nvPr>
        </p:nvSpPr>
        <p:spPr>
          <a:xfrm>
            <a:off x="4572011" y="1299600"/>
            <a:ext cx="3055500" cy="31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5" name="Google Shape;155;p19"/>
          <p:cNvSpPr/>
          <p:nvPr/>
        </p:nvSpPr>
        <p:spPr>
          <a:xfrm rot="-5400000">
            <a:off x="8361140" y="3127844"/>
            <a:ext cx="2078521" cy="1952784"/>
          </a:xfrm>
          <a:custGeom>
            <a:avLst/>
            <a:gdLst/>
            <a:ahLst/>
            <a:cxnLst/>
            <a:rect l="l" t="t" r="r" b="b"/>
            <a:pathLst>
              <a:path w="71231" h="66922" fill="none" extrusionOk="0">
                <a:moveTo>
                  <a:pt x="740" y="36883"/>
                </a:moveTo>
                <a:cubicBezTo>
                  <a:pt x="1" y="32532"/>
                  <a:pt x="1310" y="27863"/>
                  <a:pt x="4247" y="24547"/>
                </a:cubicBezTo>
                <a:cubicBezTo>
                  <a:pt x="7162" y="21209"/>
                  <a:pt x="11619" y="19308"/>
                  <a:pt x="16034" y="19498"/>
                </a:cubicBezTo>
                <a:cubicBezTo>
                  <a:pt x="20554" y="19667"/>
                  <a:pt x="24990" y="21906"/>
                  <a:pt x="29447" y="21146"/>
                </a:cubicBezTo>
                <a:cubicBezTo>
                  <a:pt x="33334" y="20470"/>
                  <a:pt x="36482" y="17618"/>
                  <a:pt x="38890" y="14513"/>
                </a:cubicBezTo>
                <a:cubicBezTo>
                  <a:pt x="41319" y="11387"/>
                  <a:pt x="43241" y="7880"/>
                  <a:pt x="45966" y="5049"/>
                </a:cubicBezTo>
                <a:cubicBezTo>
                  <a:pt x="48670" y="2198"/>
                  <a:pt x="52515" y="1"/>
                  <a:pt x="56402" y="550"/>
                </a:cubicBezTo>
                <a:cubicBezTo>
                  <a:pt x="60119" y="1057"/>
                  <a:pt x="63119" y="3930"/>
                  <a:pt x="65126" y="7098"/>
                </a:cubicBezTo>
                <a:cubicBezTo>
                  <a:pt x="71231" y="16689"/>
                  <a:pt x="70470" y="29426"/>
                  <a:pt x="65907" y="39841"/>
                </a:cubicBezTo>
                <a:cubicBezTo>
                  <a:pt x="61323" y="50234"/>
                  <a:pt x="53444" y="58789"/>
                  <a:pt x="45523" y="66922"/>
                </a:cubicBezTo>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272"/>
        <p:cNvGrpSpPr/>
        <p:nvPr/>
      </p:nvGrpSpPr>
      <p:grpSpPr>
        <a:xfrm>
          <a:off x="0" y="0"/>
          <a:ext cx="0" cy="0"/>
          <a:chOff x="0" y="0"/>
          <a:chExt cx="0" cy="0"/>
        </a:xfrm>
      </p:grpSpPr>
      <p:grpSp>
        <p:nvGrpSpPr>
          <p:cNvPr id="273" name="Google Shape;273;p32"/>
          <p:cNvGrpSpPr/>
          <p:nvPr/>
        </p:nvGrpSpPr>
        <p:grpSpPr>
          <a:xfrm rot="8100000">
            <a:off x="7334050" y="3039800"/>
            <a:ext cx="2496130" cy="1766079"/>
            <a:chOff x="6895050" y="-262425"/>
            <a:chExt cx="2830389" cy="2002576"/>
          </a:xfrm>
        </p:grpSpPr>
        <p:sp>
          <p:nvSpPr>
            <p:cNvPr id="274" name="Google Shape;274;p32"/>
            <p:cNvSpPr/>
            <p:nvPr/>
          </p:nvSpPr>
          <p:spPr>
            <a:xfrm>
              <a:off x="6895050" y="-262425"/>
              <a:ext cx="2830389" cy="2002576"/>
            </a:xfrm>
            <a:custGeom>
              <a:avLst/>
              <a:gdLst/>
              <a:ahLst/>
              <a:cxnLst/>
              <a:rect l="l" t="t" r="r" b="b"/>
              <a:pathLst>
                <a:path w="75836" h="53656" fill="none" extrusionOk="0">
                  <a:moveTo>
                    <a:pt x="2937" y="36904"/>
                  </a:moveTo>
                  <a:cubicBezTo>
                    <a:pt x="7141" y="43685"/>
                    <a:pt x="16414" y="46811"/>
                    <a:pt x="23850" y="43938"/>
                  </a:cubicBezTo>
                  <a:cubicBezTo>
                    <a:pt x="26955" y="42734"/>
                    <a:pt x="29786" y="40643"/>
                    <a:pt x="33081" y="40220"/>
                  </a:cubicBezTo>
                  <a:cubicBezTo>
                    <a:pt x="37517" y="39650"/>
                    <a:pt x="41721" y="42248"/>
                    <a:pt x="45185" y="45079"/>
                  </a:cubicBezTo>
                  <a:cubicBezTo>
                    <a:pt x="48670" y="47909"/>
                    <a:pt x="52050" y="51162"/>
                    <a:pt x="56360" y="52324"/>
                  </a:cubicBezTo>
                  <a:cubicBezTo>
                    <a:pt x="61429" y="53655"/>
                    <a:pt x="67069" y="51691"/>
                    <a:pt x="70639" y="47867"/>
                  </a:cubicBezTo>
                  <a:cubicBezTo>
                    <a:pt x="74230" y="44065"/>
                    <a:pt x="75836" y="38636"/>
                    <a:pt x="75582" y="33418"/>
                  </a:cubicBezTo>
                  <a:cubicBezTo>
                    <a:pt x="75329" y="28180"/>
                    <a:pt x="73322" y="23152"/>
                    <a:pt x="70470" y="18758"/>
                  </a:cubicBezTo>
                  <a:cubicBezTo>
                    <a:pt x="63626" y="8196"/>
                    <a:pt x="51564" y="1204"/>
                    <a:pt x="38996" y="486"/>
                  </a:cubicBezTo>
                  <a:cubicBezTo>
                    <a:pt x="30863" y="0"/>
                    <a:pt x="22646" y="2176"/>
                    <a:pt x="15675" y="6401"/>
                  </a:cubicBezTo>
                  <a:cubicBezTo>
                    <a:pt x="9296" y="10266"/>
                    <a:pt x="2494" y="16582"/>
                    <a:pt x="909" y="24187"/>
                  </a:cubicBezTo>
                  <a:cubicBezTo>
                    <a:pt x="1" y="28475"/>
                    <a:pt x="614" y="33144"/>
                    <a:pt x="2937" y="36904"/>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 name="Google Shape;275;p32"/>
            <p:cNvSpPr/>
            <p:nvPr/>
          </p:nvSpPr>
          <p:spPr>
            <a:xfrm>
              <a:off x="7183037" y="-262425"/>
              <a:ext cx="2254415" cy="1595059"/>
            </a:xfrm>
            <a:custGeom>
              <a:avLst/>
              <a:gdLst/>
              <a:ahLst/>
              <a:cxnLst/>
              <a:rect l="l" t="t" r="r" b="b"/>
              <a:pathLst>
                <a:path w="75836" h="53656" fill="none" extrusionOk="0">
                  <a:moveTo>
                    <a:pt x="2937" y="36904"/>
                  </a:moveTo>
                  <a:cubicBezTo>
                    <a:pt x="7141" y="43685"/>
                    <a:pt x="16414" y="46811"/>
                    <a:pt x="23850" y="43938"/>
                  </a:cubicBezTo>
                  <a:cubicBezTo>
                    <a:pt x="26955" y="42734"/>
                    <a:pt x="29786" y="40643"/>
                    <a:pt x="33081" y="40220"/>
                  </a:cubicBezTo>
                  <a:cubicBezTo>
                    <a:pt x="37517" y="39650"/>
                    <a:pt x="41721" y="42248"/>
                    <a:pt x="45185" y="45079"/>
                  </a:cubicBezTo>
                  <a:cubicBezTo>
                    <a:pt x="48670" y="47909"/>
                    <a:pt x="52050" y="51162"/>
                    <a:pt x="56360" y="52324"/>
                  </a:cubicBezTo>
                  <a:cubicBezTo>
                    <a:pt x="61429" y="53655"/>
                    <a:pt x="67069" y="51691"/>
                    <a:pt x="70639" y="47867"/>
                  </a:cubicBezTo>
                  <a:cubicBezTo>
                    <a:pt x="74230" y="44065"/>
                    <a:pt x="75836" y="38636"/>
                    <a:pt x="75582" y="33418"/>
                  </a:cubicBezTo>
                  <a:cubicBezTo>
                    <a:pt x="75329" y="28180"/>
                    <a:pt x="73322" y="23152"/>
                    <a:pt x="70470" y="18758"/>
                  </a:cubicBezTo>
                  <a:cubicBezTo>
                    <a:pt x="63626" y="8196"/>
                    <a:pt x="51564" y="1204"/>
                    <a:pt x="38996" y="486"/>
                  </a:cubicBezTo>
                  <a:cubicBezTo>
                    <a:pt x="30863" y="0"/>
                    <a:pt x="22646" y="2176"/>
                    <a:pt x="15675" y="6401"/>
                  </a:cubicBezTo>
                  <a:cubicBezTo>
                    <a:pt x="9296" y="10266"/>
                    <a:pt x="2494" y="16582"/>
                    <a:pt x="909" y="24187"/>
                  </a:cubicBezTo>
                  <a:cubicBezTo>
                    <a:pt x="1" y="28475"/>
                    <a:pt x="614" y="33144"/>
                    <a:pt x="2937" y="36904"/>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76" name="Google Shape;276;p32"/>
          <p:cNvGrpSpPr/>
          <p:nvPr/>
        </p:nvGrpSpPr>
        <p:grpSpPr>
          <a:xfrm>
            <a:off x="-945034" y="-286258"/>
            <a:ext cx="2425302" cy="2112496"/>
            <a:chOff x="-488952" y="65676"/>
            <a:chExt cx="2425302" cy="2112496"/>
          </a:xfrm>
        </p:grpSpPr>
        <p:sp>
          <p:nvSpPr>
            <p:cNvPr id="277" name="Google Shape;277;p32"/>
            <p:cNvSpPr/>
            <p:nvPr/>
          </p:nvSpPr>
          <p:spPr>
            <a:xfrm rot="5400000">
              <a:off x="-332549" y="-90727"/>
              <a:ext cx="2112496" cy="2425302"/>
            </a:xfrm>
            <a:custGeom>
              <a:avLst/>
              <a:gdLst/>
              <a:ahLst/>
              <a:cxnLst/>
              <a:rect l="l" t="t" r="r" b="b"/>
              <a:pathLst>
                <a:path w="78751" h="90412" fill="none" extrusionOk="0">
                  <a:moveTo>
                    <a:pt x="14555" y="6676"/>
                  </a:moveTo>
                  <a:cubicBezTo>
                    <a:pt x="20533" y="2113"/>
                    <a:pt x="28074" y="1"/>
                    <a:pt x="35320" y="3486"/>
                  </a:cubicBezTo>
                  <a:cubicBezTo>
                    <a:pt x="42629" y="6993"/>
                    <a:pt x="46410" y="16393"/>
                    <a:pt x="43664" y="24019"/>
                  </a:cubicBezTo>
                  <a:cubicBezTo>
                    <a:pt x="42903" y="26152"/>
                    <a:pt x="41699" y="28138"/>
                    <a:pt x="41108" y="30335"/>
                  </a:cubicBezTo>
                  <a:cubicBezTo>
                    <a:pt x="40537" y="32532"/>
                    <a:pt x="40727" y="35172"/>
                    <a:pt x="42396" y="36714"/>
                  </a:cubicBezTo>
                  <a:cubicBezTo>
                    <a:pt x="44382" y="38531"/>
                    <a:pt x="47445" y="38151"/>
                    <a:pt x="50106" y="37834"/>
                  </a:cubicBezTo>
                  <a:cubicBezTo>
                    <a:pt x="58662" y="36820"/>
                    <a:pt x="68463" y="38341"/>
                    <a:pt x="73681" y="45206"/>
                  </a:cubicBezTo>
                  <a:cubicBezTo>
                    <a:pt x="78751" y="51860"/>
                    <a:pt x="77631" y="61979"/>
                    <a:pt x="72265" y="68400"/>
                  </a:cubicBezTo>
                  <a:cubicBezTo>
                    <a:pt x="53824" y="90411"/>
                    <a:pt x="18104" y="73470"/>
                    <a:pt x="6063" y="53043"/>
                  </a:cubicBezTo>
                  <a:cubicBezTo>
                    <a:pt x="1" y="42756"/>
                    <a:pt x="64" y="29067"/>
                    <a:pt x="5070" y="18379"/>
                  </a:cubicBezTo>
                  <a:cubicBezTo>
                    <a:pt x="7119" y="14027"/>
                    <a:pt x="10478" y="9781"/>
                    <a:pt x="14555" y="66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 name="Google Shape;278;p32"/>
            <p:cNvSpPr/>
            <p:nvPr/>
          </p:nvSpPr>
          <p:spPr>
            <a:xfrm rot="5400000">
              <a:off x="-199178" y="29462"/>
              <a:ext cx="1457681" cy="1673526"/>
            </a:xfrm>
            <a:custGeom>
              <a:avLst/>
              <a:gdLst/>
              <a:ahLst/>
              <a:cxnLst/>
              <a:rect l="l" t="t" r="r" b="b"/>
              <a:pathLst>
                <a:path w="78751" h="90412" fill="none" extrusionOk="0">
                  <a:moveTo>
                    <a:pt x="14555" y="6676"/>
                  </a:moveTo>
                  <a:cubicBezTo>
                    <a:pt x="20533" y="2113"/>
                    <a:pt x="28074" y="1"/>
                    <a:pt x="35320" y="3486"/>
                  </a:cubicBezTo>
                  <a:cubicBezTo>
                    <a:pt x="42629" y="6993"/>
                    <a:pt x="46410" y="16393"/>
                    <a:pt x="43664" y="24019"/>
                  </a:cubicBezTo>
                  <a:cubicBezTo>
                    <a:pt x="42903" y="26152"/>
                    <a:pt x="41699" y="28138"/>
                    <a:pt x="41108" y="30335"/>
                  </a:cubicBezTo>
                  <a:cubicBezTo>
                    <a:pt x="40537" y="32532"/>
                    <a:pt x="40727" y="35172"/>
                    <a:pt x="42396" y="36714"/>
                  </a:cubicBezTo>
                  <a:cubicBezTo>
                    <a:pt x="44382" y="38531"/>
                    <a:pt x="47445" y="38151"/>
                    <a:pt x="50106" y="37834"/>
                  </a:cubicBezTo>
                  <a:cubicBezTo>
                    <a:pt x="58662" y="36820"/>
                    <a:pt x="68463" y="38341"/>
                    <a:pt x="73681" y="45206"/>
                  </a:cubicBezTo>
                  <a:cubicBezTo>
                    <a:pt x="78751" y="51860"/>
                    <a:pt x="77631" y="61979"/>
                    <a:pt x="72265" y="68400"/>
                  </a:cubicBezTo>
                  <a:cubicBezTo>
                    <a:pt x="53824" y="90411"/>
                    <a:pt x="18104" y="73470"/>
                    <a:pt x="6063" y="53043"/>
                  </a:cubicBezTo>
                  <a:cubicBezTo>
                    <a:pt x="1" y="42756"/>
                    <a:pt x="64" y="29067"/>
                    <a:pt x="5070" y="18379"/>
                  </a:cubicBezTo>
                  <a:cubicBezTo>
                    <a:pt x="7119" y="14027"/>
                    <a:pt x="10478" y="9781"/>
                    <a:pt x="14555" y="6676"/>
                  </a:cubicBezTo>
                  <a:close/>
                </a:path>
              </a:pathLst>
            </a:custGeom>
            <a:noFill/>
            <a:ln w="9525" cap="flat" cmpd="sng">
              <a:solidFill>
                <a:schemeClr val="accent5"/>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25">
    <p:bg>
      <p:bgPr>
        <a:gradFill>
          <a:gsLst>
            <a:gs pos="0">
              <a:schemeClr val="lt2"/>
            </a:gs>
            <a:gs pos="100000">
              <a:schemeClr val="accent2"/>
            </a:gs>
          </a:gsLst>
          <a:lin ang="8099331" scaled="0"/>
        </a:gradFill>
        <a:effectLst/>
      </p:bgPr>
    </p:bg>
    <p:spTree>
      <p:nvGrpSpPr>
        <p:cNvPr id="1" name="Shape 279"/>
        <p:cNvGrpSpPr/>
        <p:nvPr/>
      </p:nvGrpSpPr>
      <p:grpSpPr>
        <a:xfrm>
          <a:off x="0" y="0"/>
          <a:ext cx="0" cy="0"/>
          <a:chOff x="0" y="0"/>
          <a:chExt cx="0" cy="0"/>
        </a:xfrm>
      </p:grpSpPr>
      <p:sp>
        <p:nvSpPr>
          <p:cNvPr id="280" name="Google Shape;280;p33"/>
          <p:cNvSpPr/>
          <p:nvPr/>
        </p:nvSpPr>
        <p:spPr>
          <a:xfrm rot="-5400000">
            <a:off x="8277472" y="-339509"/>
            <a:ext cx="1780775" cy="1673050"/>
          </a:xfrm>
          <a:custGeom>
            <a:avLst/>
            <a:gdLst/>
            <a:ahLst/>
            <a:cxnLst/>
            <a:rect l="l" t="t" r="r" b="b"/>
            <a:pathLst>
              <a:path w="71231" h="66922" fill="none" extrusionOk="0">
                <a:moveTo>
                  <a:pt x="740" y="36883"/>
                </a:moveTo>
                <a:cubicBezTo>
                  <a:pt x="1" y="32532"/>
                  <a:pt x="1310" y="27863"/>
                  <a:pt x="4247" y="24547"/>
                </a:cubicBezTo>
                <a:cubicBezTo>
                  <a:pt x="7162" y="21209"/>
                  <a:pt x="11619" y="19308"/>
                  <a:pt x="16034" y="19498"/>
                </a:cubicBezTo>
                <a:cubicBezTo>
                  <a:pt x="20554" y="19667"/>
                  <a:pt x="24990" y="21906"/>
                  <a:pt x="29447" y="21146"/>
                </a:cubicBezTo>
                <a:cubicBezTo>
                  <a:pt x="33334" y="20470"/>
                  <a:pt x="36482" y="17618"/>
                  <a:pt x="38890" y="14513"/>
                </a:cubicBezTo>
                <a:cubicBezTo>
                  <a:pt x="41319" y="11387"/>
                  <a:pt x="43241" y="7880"/>
                  <a:pt x="45966" y="5049"/>
                </a:cubicBezTo>
                <a:cubicBezTo>
                  <a:pt x="48670" y="2198"/>
                  <a:pt x="52515" y="1"/>
                  <a:pt x="56402" y="550"/>
                </a:cubicBezTo>
                <a:cubicBezTo>
                  <a:pt x="60119" y="1057"/>
                  <a:pt x="63119" y="3930"/>
                  <a:pt x="65126" y="7098"/>
                </a:cubicBezTo>
                <a:cubicBezTo>
                  <a:pt x="71231" y="16689"/>
                  <a:pt x="70470" y="29426"/>
                  <a:pt x="65907" y="39841"/>
                </a:cubicBezTo>
                <a:cubicBezTo>
                  <a:pt x="61323" y="50234"/>
                  <a:pt x="53444" y="58789"/>
                  <a:pt x="45523" y="66922"/>
                </a:cubicBezTo>
              </a:path>
            </a:pathLst>
          </a:custGeom>
          <a:noFill/>
          <a:ln w="9525" cap="flat" cmpd="sng">
            <a:solidFill>
              <a:schemeClr val="accent1"/>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 name="Google Shape;281;p33"/>
          <p:cNvSpPr/>
          <p:nvPr/>
        </p:nvSpPr>
        <p:spPr>
          <a:xfrm rot="-5400000" flipH="1">
            <a:off x="-1058203" y="3818466"/>
            <a:ext cx="3355113" cy="1462356"/>
          </a:xfrm>
          <a:custGeom>
            <a:avLst/>
            <a:gdLst/>
            <a:ahLst/>
            <a:cxnLst/>
            <a:rect l="l" t="t" r="r" b="b"/>
            <a:pathLst>
              <a:path w="88742" h="38679" fill="none" extrusionOk="0">
                <a:moveTo>
                  <a:pt x="2472" y="444"/>
                </a:moveTo>
                <a:cubicBezTo>
                  <a:pt x="0" y="3401"/>
                  <a:pt x="1352" y="8260"/>
                  <a:pt x="4415" y="10562"/>
                </a:cubicBezTo>
                <a:cubicBezTo>
                  <a:pt x="7499" y="12865"/>
                  <a:pt x="11661" y="13161"/>
                  <a:pt x="15484" y="12696"/>
                </a:cubicBezTo>
                <a:cubicBezTo>
                  <a:pt x="19308" y="12252"/>
                  <a:pt x="23047" y="11154"/>
                  <a:pt x="26891" y="11069"/>
                </a:cubicBezTo>
                <a:cubicBezTo>
                  <a:pt x="30736" y="10985"/>
                  <a:pt x="34897" y="12105"/>
                  <a:pt x="37200" y="15189"/>
                </a:cubicBezTo>
                <a:cubicBezTo>
                  <a:pt x="39333" y="18040"/>
                  <a:pt x="39439" y="21885"/>
                  <a:pt x="39925" y="25413"/>
                </a:cubicBezTo>
                <a:cubicBezTo>
                  <a:pt x="40410" y="28961"/>
                  <a:pt x="41762" y="32891"/>
                  <a:pt x="45079" y="34221"/>
                </a:cubicBezTo>
                <a:cubicBezTo>
                  <a:pt x="47804" y="35341"/>
                  <a:pt x="50972" y="34242"/>
                  <a:pt x="53444" y="32616"/>
                </a:cubicBezTo>
                <a:cubicBezTo>
                  <a:pt x="55894" y="30989"/>
                  <a:pt x="58028" y="28856"/>
                  <a:pt x="60689" y="27525"/>
                </a:cubicBezTo>
                <a:cubicBezTo>
                  <a:pt x="63330" y="26215"/>
                  <a:pt x="66836" y="25941"/>
                  <a:pt x="68991" y="27948"/>
                </a:cubicBezTo>
                <a:cubicBezTo>
                  <a:pt x="71801" y="30546"/>
                  <a:pt x="71294" y="35806"/>
                  <a:pt x="74631" y="37643"/>
                </a:cubicBezTo>
                <a:cubicBezTo>
                  <a:pt x="76511" y="38679"/>
                  <a:pt x="78983" y="38066"/>
                  <a:pt x="80630" y="36693"/>
                </a:cubicBezTo>
                <a:cubicBezTo>
                  <a:pt x="82278" y="35320"/>
                  <a:pt x="83292" y="33334"/>
                  <a:pt x="84095" y="31327"/>
                </a:cubicBezTo>
                <a:cubicBezTo>
                  <a:pt x="88129" y="21462"/>
                  <a:pt x="88742" y="10246"/>
                  <a:pt x="85763" y="0"/>
                </a:cubicBezTo>
              </a:path>
            </a:pathLst>
          </a:custGeom>
          <a:noFill/>
          <a:ln w="9525" cap="flat" cmpd="sng">
            <a:solidFill>
              <a:schemeClr val="accent1"/>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dk2"/>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92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200"/>
              <a:buFont typeface="Encode Sans Black"/>
              <a:buNone/>
              <a:defRPr sz="3200">
                <a:solidFill>
                  <a:schemeClr val="lt1"/>
                </a:solidFill>
                <a:highlight>
                  <a:schemeClr val="lt2"/>
                </a:highlight>
                <a:latin typeface="Encode Sans Black"/>
                <a:ea typeface="Encode Sans Black"/>
                <a:cs typeface="Encode Sans Black"/>
                <a:sym typeface="Encode Sans Black"/>
              </a:defRPr>
            </a:lvl1pPr>
            <a:lvl2pPr lvl="1"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2pPr>
            <a:lvl3pPr lvl="2"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3pPr>
            <a:lvl4pPr lvl="3"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4pPr>
            <a:lvl5pPr lvl="4"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5pPr>
            <a:lvl6pPr lvl="5"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6pPr>
            <a:lvl7pPr lvl="6"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7pPr>
            <a:lvl8pPr lvl="7"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8pPr>
            <a:lvl9pPr lvl="8" algn="ctr" rtl="0">
              <a:spcBef>
                <a:spcPts val="0"/>
              </a:spcBef>
              <a:spcAft>
                <a:spcPts val="0"/>
              </a:spcAft>
              <a:buClr>
                <a:schemeClr val="lt1"/>
              </a:buClr>
              <a:buSzPts val="3600"/>
              <a:buFont typeface="Fredoka One"/>
              <a:buNone/>
              <a:defRPr sz="3600">
                <a:solidFill>
                  <a:schemeClr val="lt1"/>
                </a:solidFill>
                <a:highlight>
                  <a:schemeClr val="lt2"/>
                </a:highlight>
                <a:latin typeface="Fredoka One"/>
                <a:ea typeface="Fredoka One"/>
                <a:cs typeface="Fredoka One"/>
                <a:sym typeface="Fredoka One"/>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ctr" anchorCtr="0">
            <a:noAutofit/>
          </a:bodyPr>
          <a:lstStyle>
            <a:lvl1pPr marL="457200" lvl="0"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1pPr>
            <a:lvl2pPr marL="914400" lvl="1"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2pPr>
            <a:lvl3pPr marL="1371600" lvl="2"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3pPr>
            <a:lvl4pPr marL="1828800" lvl="3"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4pPr>
            <a:lvl5pPr marL="2286000" lvl="4"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5pPr>
            <a:lvl6pPr marL="2743200" lvl="5"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6pPr>
            <a:lvl7pPr marL="3200400" lvl="6"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7pPr>
            <a:lvl8pPr marL="3657600" lvl="7"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8pPr>
            <a:lvl9pPr marL="4114800" lvl="8" indent="-323850">
              <a:lnSpc>
                <a:spcPct val="100000"/>
              </a:lnSpc>
              <a:spcBef>
                <a:spcPts val="0"/>
              </a:spcBef>
              <a:spcAft>
                <a:spcPts val="0"/>
              </a:spcAft>
              <a:buClr>
                <a:schemeClr val="dk1"/>
              </a:buClr>
              <a:buSzPts val="1500"/>
              <a:buFont typeface="Archivo"/>
              <a:buChar char="■"/>
              <a:defRPr sz="15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59" r:id="rId5"/>
    <p:sldLayoutId id="2147483665" r:id="rId6"/>
    <p:sldLayoutId id="2147483678" r:id="rId7"/>
    <p:sldLayoutId id="214748367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flickr.com/photos/christiaancolen/21206507459"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hyperlink" Target="https://blog.tixeo.com/en/cyberwarfare-strategies-threats-and-global-geopolitical-challenges/" TargetMode="External"/><Relationship Id="rId3" Type="http://schemas.openxmlformats.org/officeDocument/2006/relationships/hyperlink" Target="https://www.apu.apus.edu/area-of-study/information-technology/resources/what-is-cyber-warfare/" TargetMode="External"/><Relationship Id="rId7" Type="http://schemas.openxmlformats.org/officeDocument/2006/relationships/hyperlink" Target="https://www.csis.org/programs/strategic-technologies-program/significant-cyber-incidents"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hyperlink" Target="https://www.crowdstrike.com/en-us/cybersecurity-101/threat-intelligence/cyber-espionage/" TargetMode="External"/><Relationship Id="rId5" Type="http://schemas.openxmlformats.org/officeDocument/2006/relationships/hyperlink" Target="https://cybersecurityguide.org/resources/cyberwarfare/" TargetMode="External"/><Relationship Id="rId10" Type="http://schemas.openxmlformats.org/officeDocument/2006/relationships/hyperlink" Target="https://www.cisa.gov/topics/cyber-threats-and-advisories/nation-state-cyber-actors" TargetMode="External"/><Relationship Id="rId4" Type="http://schemas.openxmlformats.org/officeDocument/2006/relationships/hyperlink" Target="https://tdhj.org/blog/post/ai-cyber-warfare/" TargetMode="External"/><Relationship Id="rId9" Type="http://schemas.openxmlformats.org/officeDocument/2006/relationships/hyperlink" Target="https://www.euronews.com/my-europe/2024/07/18/huge-disinformation-networks-ensnared-france-and-germany-ahead-of-eu-election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31" name="Picture Placeholder 30" descr="A map of the world&#10;&#10;AI-generated content may be incorrect.">
            <a:extLst>
              <a:ext uri="{FF2B5EF4-FFF2-40B4-BE49-F238E27FC236}">
                <a16:creationId xmlns:a16="http://schemas.microsoft.com/office/drawing/2014/main" id="{4B9FB54B-B86A-07EC-6973-3C1165B353A5}"/>
              </a:ext>
            </a:extLst>
          </p:cNvPr>
          <p:cNvPicPr>
            <a:picLocks noGrp="1" noChangeAspect="1"/>
          </p:cNvPicPr>
          <p:nvPr>
            <p:ph type="pic" idx="2"/>
          </p:nvPr>
        </p:nvPicPr>
        <p:blipFill>
          <a:blip r:embed="rId3">
            <a:extLst>
              <a:ext uri="{837473B0-CC2E-450A-ABE3-18F120FF3D39}">
                <a1611:picAttrSrcUrl xmlns:a1611="http://schemas.microsoft.com/office/drawing/2016/11/main" r:id="rId4"/>
              </a:ext>
            </a:extLst>
          </a:blip>
          <a:srcRect l="31021" r="31021"/>
          <a:stretch>
            <a:fillRect/>
          </a:stretch>
        </p:blipFill>
        <p:spPr>
          <a:xfrm rot="1799982">
            <a:off x="5574334" y="459497"/>
            <a:ext cx="2853026" cy="4224504"/>
          </a:xfrm>
        </p:spPr>
      </p:pic>
      <p:sp>
        <p:nvSpPr>
          <p:cNvPr id="293" name="Google Shape;293;p37"/>
          <p:cNvSpPr/>
          <p:nvPr/>
        </p:nvSpPr>
        <p:spPr>
          <a:xfrm>
            <a:off x="12812293" y="872774"/>
            <a:ext cx="144983" cy="272315"/>
          </a:xfrm>
          <a:custGeom>
            <a:avLst/>
            <a:gdLst/>
            <a:ahLst/>
            <a:cxnLst/>
            <a:rect l="l" t="t" r="r" b="b"/>
            <a:pathLst>
              <a:path w="739" h="1388" extrusionOk="0">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37"/>
          <p:cNvSpPr/>
          <p:nvPr/>
        </p:nvSpPr>
        <p:spPr>
          <a:xfrm>
            <a:off x="12634741" y="984406"/>
            <a:ext cx="165975" cy="226210"/>
          </a:xfrm>
          <a:custGeom>
            <a:avLst/>
            <a:gdLst/>
            <a:ahLst/>
            <a:cxnLst/>
            <a:rect l="l" t="t" r="r" b="b"/>
            <a:pathLst>
              <a:path w="846" h="1153" extrusionOk="0">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 name="Google Shape;295;p37"/>
          <p:cNvSpPr/>
          <p:nvPr/>
        </p:nvSpPr>
        <p:spPr>
          <a:xfrm>
            <a:off x="12359096" y="2644566"/>
            <a:ext cx="116928" cy="53953"/>
          </a:xfrm>
          <a:custGeom>
            <a:avLst/>
            <a:gdLst/>
            <a:ahLst/>
            <a:cxnLst/>
            <a:rect l="l" t="t" r="r" b="b"/>
            <a:pathLst>
              <a:path w="596" h="275" fill="none" extrusionOk="0">
                <a:moveTo>
                  <a:pt x="1" y="274"/>
                </a:moveTo>
                <a:cubicBezTo>
                  <a:pt x="191" y="179"/>
                  <a:pt x="394" y="96"/>
                  <a:pt x="596" y="0"/>
                </a:cubicBezTo>
              </a:path>
            </a:pathLst>
          </a:custGeom>
          <a:noFill/>
          <a:ln w="4475" cap="rnd" cmpd="sng">
            <a:solidFill>
              <a:srgbClr val="2AB5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 name="Google Shape;296;p37"/>
          <p:cNvSpPr txBox="1">
            <a:spLocks noGrp="1"/>
          </p:cNvSpPr>
          <p:nvPr>
            <p:ph type="ctrTitle"/>
          </p:nvPr>
        </p:nvSpPr>
        <p:spPr>
          <a:xfrm>
            <a:off x="722375" y="1165675"/>
            <a:ext cx="5778900" cy="227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t>Rise of Cyber Warfare Tactics</a:t>
            </a:r>
            <a:r>
              <a:rPr lang="en" sz="5000" b="0" dirty="0">
                <a:latin typeface="Encode Sans Black"/>
                <a:ea typeface="Encode Sans Black"/>
                <a:cs typeface="Encode Sans Black"/>
                <a:sym typeface="Encode Sans Black"/>
              </a:rPr>
              <a:t> </a:t>
            </a:r>
            <a:r>
              <a:rPr lang="en" sz="3200" dirty="0">
                <a:solidFill>
                  <a:schemeClr val="dk1"/>
                </a:solidFill>
                <a:latin typeface="Encode Sans Medium"/>
                <a:ea typeface="Encode Sans Black"/>
                <a:cs typeface="Encode Sans Black"/>
                <a:sym typeface="Encode Sans Medium"/>
              </a:rPr>
              <a:t>and Their </a:t>
            </a:r>
            <a:r>
              <a:rPr lang="en" sz="3200" dirty="0">
                <a:solidFill>
                  <a:schemeClr val="dk1"/>
                </a:solidFill>
                <a:latin typeface="Encode Sans Medium"/>
                <a:sym typeface="Encode Sans Medium"/>
              </a:rPr>
              <a:t>T</a:t>
            </a:r>
            <a:r>
              <a:rPr lang="en" sz="3200" dirty="0">
                <a:solidFill>
                  <a:schemeClr val="dk1"/>
                </a:solidFill>
                <a:latin typeface="Encode Sans Medium"/>
                <a:ea typeface="Encode Sans Black"/>
                <a:cs typeface="Encode Sans Black"/>
                <a:sym typeface="Encode Sans Medium"/>
              </a:rPr>
              <a:t>hreat to National </a:t>
            </a:r>
            <a:br>
              <a:rPr lang="en" sz="3200" dirty="0">
                <a:solidFill>
                  <a:schemeClr val="dk1"/>
                </a:solidFill>
                <a:latin typeface="Encode Sans Medium"/>
                <a:ea typeface="Encode Sans Black"/>
                <a:cs typeface="Encode Sans Black"/>
                <a:sym typeface="Encode Sans Medium"/>
              </a:rPr>
            </a:br>
            <a:r>
              <a:rPr lang="en" sz="3200" dirty="0">
                <a:solidFill>
                  <a:schemeClr val="dk1"/>
                </a:solidFill>
                <a:latin typeface="Encode Sans Medium"/>
                <a:ea typeface="Encode Sans Black"/>
                <a:cs typeface="Encode Sans Black"/>
                <a:sym typeface="Encode Sans Medium"/>
              </a:rPr>
              <a:t>Sovereignties</a:t>
            </a:r>
            <a:endParaRPr sz="3200" dirty="0">
              <a:solidFill>
                <a:schemeClr val="dk1"/>
              </a:solidFill>
              <a:latin typeface="Encode Sans Medium"/>
              <a:ea typeface="Encode Sans Medium"/>
              <a:cs typeface="Encode Sans Medium"/>
              <a:sym typeface="Encode Sans Medium"/>
            </a:endParaRPr>
          </a:p>
        </p:txBody>
      </p:sp>
      <p:sp>
        <p:nvSpPr>
          <p:cNvPr id="297" name="Google Shape;297;p37"/>
          <p:cNvSpPr txBox="1">
            <a:spLocks noGrp="1"/>
          </p:cNvSpPr>
          <p:nvPr>
            <p:ph type="subTitle" idx="1"/>
          </p:nvPr>
        </p:nvSpPr>
        <p:spPr>
          <a:xfrm>
            <a:off x="722375" y="3655751"/>
            <a:ext cx="4204200" cy="92336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Jamison Durham </a:t>
            </a:r>
          </a:p>
          <a:p>
            <a:pPr marL="0" lvl="0" indent="0" algn="l" rtl="0">
              <a:spcBef>
                <a:spcPts val="0"/>
              </a:spcBef>
              <a:spcAft>
                <a:spcPts val="0"/>
              </a:spcAft>
              <a:buNone/>
            </a:pPr>
            <a:r>
              <a:rPr lang="en" dirty="0"/>
              <a:t>Cybersecuirty Foundations – CYB 150</a:t>
            </a:r>
          </a:p>
          <a:p>
            <a:pPr marL="0" lvl="0" indent="0" algn="l" rtl="0">
              <a:spcBef>
                <a:spcPts val="0"/>
              </a:spcBef>
              <a:spcAft>
                <a:spcPts val="0"/>
              </a:spcAft>
              <a:buNone/>
            </a:pPr>
            <a:r>
              <a:rPr lang="en" dirty="0"/>
              <a:t>Due:  November 19,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2" name="Google Shape;312;p39"/>
          <p:cNvSpPr txBox="1">
            <a:spLocks noGrp="1"/>
          </p:cNvSpPr>
          <p:nvPr>
            <p:ph type="subTitle" idx="1"/>
          </p:nvPr>
        </p:nvSpPr>
        <p:spPr>
          <a:xfrm>
            <a:off x="414150" y="1279324"/>
            <a:ext cx="3693600" cy="3097728"/>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200" dirty="0"/>
              <a:t>3)  Introduction - What is Cyber Warfare </a:t>
            </a:r>
          </a:p>
          <a:p>
            <a:pPr marL="0" lvl="0" indent="0" algn="l" rtl="0">
              <a:lnSpc>
                <a:spcPct val="150000"/>
              </a:lnSpc>
              <a:spcBef>
                <a:spcPts val="0"/>
              </a:spcBef>
              <a:spcAft>
                <a:spcPts val="0"/>
              </a:spcAft>
              <a:buNone/>
            </a:pPr>
            <a:r>
              <a:rPr lang="en-US" sz="1200" dirty="0"/>
              <a:t>4)  Case Study – Real World Examples</a:t>
            </a:r>
          </a:p>
          <a:p>
            <a:pPr marL="228600" lvl="0" indent="-228600" algn="l" rtl="0">
              <a:lnSpc>
                <a:spcPct val="150000"/>
              </a:lnSpc>
              <a:spcBef>
                <a:spcPts val="0"/>
              </a:spcBef>
              <a:spcAft>
                <a:spcPts val="0"/>
              </a:spcAft>
              <a:buAutoNum type="arabicParenR" startAt="5"/>
            </a:pPr>
            <a:r>
              <a:rPr lang="en-US" sz="1200" dirty="0"/>
              <a:t>Modern Day Cyber War Tactics</a:t>
            </a:r>
          </a:p>
          <a:p>
            <a:pPr marL="228600" lvl="0" indent="-228600" algn="l" rtl="0">
              <a:lnSpc>
                <a:spcPct val="150000"/>
              </a:lnSpc>
              <a:spcBef>
                <a:spcPts val="0"/>
              </a:spcBef>
              <a:spcAft>
                <a:spcPts val="0"/>
              </a:spcAft>
              <a:buAutoNum type="arabicParenR" startAt="5"/>
            </a:pPr>
            <a:r>
              <a:rPr lang="en-US" sz="1200" dirty="0"/>
              <a:t>Modern Day Cyber War Tactics Con.</a:t>
            </a:r>
          </a:p>
          <a:p>
            <a:pPr marL="228600" lvl="0" indent="-228600" algn="l" rtl="0">
              <a:lnSpc>
                <a:spcPct val="150000"/>
              </a:lnSpc>
              <a:spcBef>
                <a:spcPts val="0"/>
              </a:spcBef>
              <a:spcAft>
                <a:spcPts val="0"/>
              </a:spcAft>
              <a:buAutoNum type="arabicParenR" startAt="5"/>
            </a:pPr>
            <a:r>
              <a:rPr lang="en-US" sz="1200" dirty="0"/>
              <a:t>Defense Strategies </a:t>
            </a:r>
          </a:p>
          <a:p>
            <a:pPr marL="228600" indent="-228600">
              <a:lnSpc>
                <a:spcPct val="150000"/>
              </a:lnSpc>
              <a:buFont typeface="Archivo"/>
              <a:buAutoNum type="arabicParenR" startAt="5"/>
            </a:pPr>
            <a:r>
              <a:rPr lang="en-US" sz="1200" dirty="0"/>
              <a:t>Cyber Warfare Statistics and Data </a:t>
            </a:r>
          </a:p>
          <a:p>
            <a:pPr marL="228600" indent="-228600">
              <a:lnSpc>
                <a:spcPct val="150000"/>
              </a:lnSpc>
              <a:buFont typeface="Archivo"/>
              <a:buAutoNum type="arabicParenR" startAt="5"/>
            </a:pPr>
            <a:r>
              <a:rPr lang="en-US" sz="1200" dirty="0"/>
              <a:t>Conclusion  Threat to National Sovereignties and Security?</a:t>
            </a:r>
          </a:p>
          <a:p>
            <a:pPr marL="228600" lvl="0" indent="-228600" algn="l" rtl="0">
              <a:lnSpc>
                <a:spcPct val="150000"/>
              </a:lnSpc>
              <a:spcBef>
                <a:spcPts val="0"/>
              </a:spcBef>
              <a:spcAft>
                <a:spcPts val="0"/>
              </a:spcAft>
              <a:buAutoNum type="arabicParenR" startAt="5"/>
            </a:pPr>
            <a:r>
              <a:rPr lang="en-US" sz="1200" dirty="0"/>
              <a:t> References </a:t>
            </a:r>
          </a:p>
          <a:p>
            <a:pPr marL="228600" lvl="0" indent="-228600" algn="l" rtl="0">
              <a:lnSpc>
                <a:spcPct val="150000"/>
              </a:lnSpc>
              <a:spcBef>
                <a:spcPts val="0"/>
              </a:spcBef>
              <a:spcAft>
                <a:spcPts val="0"/>
              </a:spcAft>
              <a:buAutoNum type="arabicParenR" startAt="5"/>
            </a:pPr>
            <a:r>
              <a:rPr lang="en-US" sz="1200" dirty="0"/>
              <a:t> Questions </a:t>
            </a:r>
          </a:p>
        </p:txBody>
      </p:sp>
      <p:sp>
        <p:nvSpPr>
          <p:cNvPr id="313" name="Google Shape;313;p39"/>
          <p:cNvSpPr txBox="1">
            <a:spLocks noGrp="1"/>
          </p:cNvSpPr>
          <p:nvPr>
            <p:ph type="title"/>
          </p:nvPr>
        </p:nvSpPr>
        <p:spPr>
          <a:xfrm>
            <a:off x="296706" y="267614"/>
            <a:ext cx="4795556" cy="84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Table of Contents</a:t>
            </a:r>
            <a:endParaRPr dirty="0"/>
          </a:p>
        </p:txBody>
      </p:sp>
      <p:pic>
        <p:nvPicPr>
          <p:cNvPr id="4098" name="Picture 2" descr="US Cyber-attacks on Iran May Change the Rules of War - Li Zheng - CHINA US  Focus">
            <a:extLst>
              <a:ext uri="{FF2B5EF4-FFF2-40B4-BE49-F238E27FC236}">
                <a16:creationId xmlns:a16="http://schemas.microsoft.com/office/drawing/2014/main" id="{E481F6CE-5C81-1236-9CEC-28B803E7C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038" y="2143805"/>
            <a:ext cx="4048927" cy="26875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8"/>
          <p:cNvSpPr txBox="1">
            <a:spLocks noGrp="1"/>
          </p:cNvSpPr>
          <p:nvPr>
            <p:ph type="title"/>
          </p:nvPr>
        </p:nvSpPr>
        <p:spPr>
          <a:xfrm>
            <a:off x="720000" y="380827"/>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Encode Sans"/>
                <a:ea typeface="Encode Sans"/>
                <a:cs typeface="Encode Sans"/>
                <a:sym typeface="Encode Sans"/>
              </a:rPr>
              <a:t>Introduction –</a:t>
            </a:r>
            <a:r>
              <a:rPr lang="en-US" sz="3000" dirty="0">
                <a:latin typeface="Encode Sans"/>
                <a:ea typeface="Encode Sans"/>
                <a:cs typeface="Encode Sans"/>
                <a:sym typeface="Encode Sans"/>
              </a:rPr>
              <a:t> </a:t>
            </a:r>
            <a:r>
              <a:rPr lang="en-US" sz="3000" dirty="0">
                <a:solidFill>
                  <a:schemeClr val="dk1"/>
                </a:solidFill>
                <a:latin typeface="Encode Sans Medium"/>
                <a:ea typeface="Encode Sans"/>
                <a:cs typeface="Encode Sans"/>
                <a:sym typeface="Encode Sans Medium"/>
              </a:rPr>
              <a:t>What is Cyber Warfare? </a:t>
            </a:r>
            <a:endParaRPr lang="en-US" sz="3000" dirty="0">
              <a:solidFill>
                <a:schemeClr val="dk1"/>
              </a:solidFill>
              <a:latin typeface="Encode Sans Medium"/>
              <a:ea typeface="Encode Sans Medium"/>
              <a:cs typeface="Encode Sans Medium"/>
              <a:sym typeface="Encode Sans Medium"/>
            </a:endParaRPr>
          </a:p>
        </p:txBody>
      </p:sp>
      <p:sp>
        <p:nvSpPr>
          <p:cNvPr id="304" name="Google Shape;304;p38"/>
          <p:cNvSpPr txBox="1"/>
          <p:nvPr/>
        </p:nvSpPr>
        <p:spPr>
          <a:xfrm>
            <a:off x="720000" y="1227820"/>
            <a:ext cx="7704000" cy="2533748"/>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US" sz="1200" dirty="0">
                <a:solidFill>
                  <a:schemeClr val="dk1"/>
                </a:solidFill>
                <a:latin typeface="Archivo"/>
                <a:ea typeface="Archivo"/>
                <a:cs typeface="Archivo"/>
                <a:sym typeface="Archivo"/>
              </a:rPr>
              <a:t>With the rise of technology and global tensions, the concern of </a:t>
            </a:r>
            <a:r>
              <a:rPr lang="en-US" sz="1200" b="1" dirty="0">
                <a:solidFill>
                  <a:schemeClr val="dk1"/>
                </a:solidFill>
                <a:latin typeface="Archivo"/>
                <a:ea typeface="Archivo"/>
                <a:cs typeface="Archivo"/>
                <a:sym typeface="Archivo"/>
              </a:rPr>
              <a:t>cyber warfare rises as well. </a:t>
            </a:r>
          </a:p>
          <a:p>
            <a:pPr marL="0" lvl="0" indent="0" algn="l" rtl="0">
              <a:spcBef>
                <a:spcPts val="0"/>
              </a:spcBef>
              <a:spcAft>
                <a:spcPts val="0"/>
              </a:spcAft>
              <a:buNone/>
            </a:pPr>
            <a:endParaRPr lang="en-US" sz="1200" dirty="0">
              <a:solidFill>
                <a:schemeClr val="dk1"/>
              </a:solidFill>
              <a:latin typeface="Archivo"/>
              <a:ea typeface="Archivo"/>
              <a:cs typeface="Archivo"/>
              <a:sym typeface="Archivo"/>
            </a:endParaRPr>
          </a:p>
          <a:p>
            <a:pPr lvl="0"/>
            <a:r>
              <a:rPr lang="en-US" sz="1200" dirty="0">
                <a:solidFill>
                  <a:schemeClr val="dk1"/>
                </a:solidFill>
                <a:latin typeface="Archivo"/>
                <a:ea typeface="Archivo"/>
                <a:cs typeface="Archivo"/>
                <a:sym typeface="Archivo"/>
              </a:rPr>
              <a:t>CISA (Cybersecurity and Infrastructure Security Agency) defines cyber warfare as</a:t>
            </a:r>
            <a:r>
              <a:rPr lang="en-US" sz="1200" dirty="0">
                <a:solidFill>
                  <a:schemeClr val="dk1"/>
                </a:solidFill>
                <a:latin typeface="Archivo" panose="020B0604020202020204" charset="0"/>
                <a:ea typeface="Archivo"/>
                <a:cs typeface="Archivo" panose="020B0604020202020204" charset="0"/>
                <a:sym typeface="Archivo"/>
              </a:rPr>
              <a:t>, “</a:t>
            </a:r>
            <a:r>
              <a:rPr lang="en-US" sz="1200" b="1" dirty="0">
                <a:latin typeface="Archivo" panose="020B0604020202020204" charset="0"/>
                <a:cs typeface="Archivo" panose="020B0604020202020204" charset="0"/>
              </a:rPr>
              <a:t>nation-state cyber attacks that disrupt or destroy a country's critical infrastructure, such as power grids, financial systems, or government networks</a:t>
            </a:r>
            <a:r>
              <a:rPr lang="en-US" sz="1200" dirty="0">
                <a:latin typeface="Archivo" panose="020B0604020202020204" charset="0"/>
                <a:cs typeface="Archivo" panose="020B0604020202020204" charset="0"/>
              </a:rPr>
              <a:t>.”</a:t>
            </a:r>
          </a:p>
          <a:p>
            <a:pPr lvl="0"/>
            <a:endParaRPr lang="en-US" sz="1200" dirty="0">
              <a:solidFill>
                <a:schemeClr val="dk1"/>
              </a:solidFill>
              <a:latin typeface="Archivo" panose="020B0604020202020204" charset="0"/>
              <a:ea typeface="Archivo"/>
              <a:cs typeface="Archivo" panose="020B0604020202020204" charset="0"/>
              <a:sym typeface="Archivo"/>
            </a:endParaRPr>
          </a:p>
          <a:p>
            <a:pPr lvl="0"/>
            <a:r>
              <a:rPr lang="en-US" sz="1200" dirty="0">
                <a:solidFill>
                  <a:schemeClr val="dk1"/>
                </a:solidFill>
                <a:latin typeface="Archivo" panose="020B0604020202020204" charset="0"/>
                <a:ea typeface="Archivo"/>
                <a:cs typeface="Archivo" panose="020B0604020202020204" charset="0"/>
                <a:sym typeface="Archivo"/>
              </a:rPr>
              <a:t>As digital infrastructure rises, cyberterrorism and cyber war tactics are becoming more of a concern for all governments.</a:t>
            </a:r>
            <a:endParaRPr sz="1200" dirty="0">
              <a:solidFill>
                <a:schemeClr val="dk1"/>
              </a:solidFill>
              <a:latin typeface="Archivo" panose="020B0604020202020204" charset="0"/>
              <a:ea typeface="Archivo"/>
              <a:cs typeface="Archivo" panose="020B0604020202020204" charset="0"/>
              <a:sym typeface="Archivo"/>
            </a:endParaRPr>
          </a:p>
        </p:txBody>
      </p:sp>
      <p:pic>
        <p:nvPicPr>
          <p:cNvPr id="1026" name="Picture 2">
            <a:extLst>
              <a:ext uri="{FF2B5EF4-FFF2-40B4-BE49-F238E27FC236}">
                <a16:creationId xmlns:a16="http://schemas.microsoft.com/office/drawing/2014/main" id="{CB6512FF-ECF7-BB77-504B-7EF4081FF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638" y="3169341"/>
            <a:ext cx="1335671" cy="13385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D5A11C5-9605-B3DF-D6AE-16CBE334C3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512" y="3169341"/>
            <a:ext cx="1378639" cy="13786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E3D6B43-1ED6-AE7F-6242-C79019E244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6775" y="3169341"/>
            <a:ext cx="1470218" cy="147021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915ED0F-0FD6-71AA-6B4A-B0A5A60CE4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9354" y="3169341"/>
            <a:ext cx="1470218" cy="14378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495B222-79FB-DBC8-918E-3FDE14FE6A40}"/>
              </a:ext>
            </a:extLst>
          </p:cNvPr>
          <p:cNvSpPr txBox="1"/>
          <p:nvPr/>
        </p:nvSpPr>
        <p:spPr>
          <a:xfrm>
            <a:off x="2877324" y="4762673"/>
            <a:ext cx="3389351" cy="246221"/>
          </a:xfrm>
          <a:prstGeom prst="rect">
            <a:avLst/>
          </a:prstGeom>
          <a:noFill/>
        </p:spPr>
        <p:txBody>
          <a:bodyPr wrap="square">
            <a:spAutoFit/>
          </a:bodyPr>
          <a:lstStyle/>
          <a:p>
            <a:pPr lvl="0"/>
            <a:r>
              <a:rPr lang="en-US" sz="1000" b="1" dirty="0">
                <a:solidFill>
                  <a:schemeClr val="dk1"/>
                </a:solidFill>
                <a:latin typeface="Archivo" panose="020B0604020202020204" charset="0"/>
                <a:ea typeface="Archivo"/>
                <a:cs typeface="Archivo" panose="020B0604020202020204" charset="0"/>
                <a:sym typeface="Archivo"/>
              </a:rPr>
              <a:t>23 major federal agencies, 100s of smaller divisions.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3"/>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Case Study –</a:t>
            </a:r>
            <a:r>
              <a:rPr lang="en" dirty="0">
                <a:solidFill>
                  <a:schemeClr val="dk1"/>
                </a:solidFill>
                <a:latin typeface="Encode Sans Medium"/>
                <a:sym typeface="Encode Sans Medium"/>
              </a:rPr>
              <a:t> Real World Examples</a:t>
            </a:r>
            <a:endParaRPr dirty="0">
              <a:solidFill>
                <a:schemeClr val="dk1"/>
              </a:solidFill>
              <a:latin typeface="Encode Sans Medium"/>
              <a:ea typeface="Encode Sans Medium"/>
              <a:cs typeface="Encode Sans Medium"/>
              <a:sym typeface="Encode Sans Medium"/>
            </a:endParaRPr>
          </a:p>
        </p:txBody>
      </p:sp>
      <p:sp>
        <p:nvSpPr>
          <p:cNvPr id="361" name="Google Shape;361;p43"/>
          <p:cNvSpPr txBox="1">
            <a:spLocks noGrp="1"/>
          </p:cNvSpPr>
          <p:nvPr>
            <p:ph type="subTitle" idx="1"/>
          </p:nvPr>
        </p:nvSpPr>
        <p:spPr>
          <a:xfrm flipH="1">
            <a:off x="720000" y="1105996"/>
            <a:ext cx="7540422" cy="38268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When you think of cyber warfare you probably think of big cyber warfare attacks such as the Russian-Ukrainian War.  For example, in December of 2022, a Russian group by the name of Sandstorm, used malware to wipe out Ukraine's energy infrastructure. </a:t>
            </a:r>
          </a:p>
          <a:p>
            <a:pPr marL="0" lvl="0" indent="0" algn="l" rtl="0">
              <a:spcBef>
                <a:spcPts val="0"/>
              </a:spcBef>
              <a:spcAft>
                <a:spcPts val="0"/>
              </a:spcAft>
              <a:buNone/>
            </a:pPr>
            <a:endParaRPr lang="en-US" sz="1200" dirty="0"/>
          </a:p>
          <a:p>
            <a:pPr marL="0" lvl="0" indent="0"/>
            <a:r>
              <a:rPr lang="en-US" sz="1200" dirty="0"/>
              <a:t>Although cyber warfare is happening constantly, even without our knowledge.  Meaning that there are many small attacks that are reported. </a:t>
            </a:r>
          </a:p>
          <a:p>
            <a:pPr marL="0" lvl="0" indent="0"/>
            <a:endParaRPr lang="en-US" sz="1200" dirty="0"/>
          </a:p>
          <a:p>
            <a:pPr marL="0" lvl="0" indent="0"/>
            <a:r>
              <a:rPr lang="en-US" sz="1200" dirty="0"/>
              <a:t>Some of these include (just in 2025): </a:t>
            </a:r>
          </a:p>
          <a:p>
            <a:pPr marL="0" lvl="0" indent="0"/>
            <a:endParaRPr lang="en-US" dirty="0"/>
          </a:p>
          <a:p>
            <a:pPr marL="285750" lvl="0" indent="-285750">
              <a:buFontTx/>
              <a:buChar char="-"/>
            </a:pPr>
            <a:r>
              <a:rPr lang="en-US" sz="1200" dirty="0"/>
              <a:t>July 2025</a:t>
            </a:r>
          </a:p>
          <a:p>
            <a:pPr marL="0" lvl="0" indent="0"/>
            <a:r>
              <a:rPr lang="en-US" sz="1200" dirty="0"/>
              <a:t>A Chinese cyber espionage group targeted African IT providers which serviced government employees. </a:t>
            </a:r>
          </a:p>
          <a:p>
            <a:pPr marL="0" lvl="0" indent="0"/>
            <a:endParaRPr lang="en-US" sz="1200" dirty="0"/>
          </a:p>
          <a:p>
            <a:pPr marL="171450" lvl="0" indent="-171450">
              <a:buFontTx/>
              <a:buChar char="-"/>
            </a:pPr>
            <a:r>
              <a:rPr lang="en-US" sz="1200" dirty="0"/>
              <a:t>August 2025</a:t>
            </a:r>
          </a:p>
          <a:p>
            <a:pPr marL="0" lvl="0" indent="0"/>
            <a:r>
              <a:rPr lang="en-US" sz="1200" dirty="0"/>
              <a:t>Pro-Russian hackers launched an attack on a Norway dam in Bremanger, seizing control to sow fear.</a:t>
            </a:r>
          </a:p>
          <a:p>
            <a:pPr marL="0" lvl="0" indent="0"/>
            <a:endParaRPr lang="en-US" sz="1200" dirty="0"/>
          </a:p>
          <a:p>
            <a:pPr marL="171450" lvl="0" indent="-171450">
              <a:buFontTx/>
              <a:buChar char="-"/>
            </a:pPr>
            <a:r>
              <a:rPr lang="en-US" sz="1200" dirty="0"/>
              <a:t>October 2025</a:t>
            </a:r>
          </a:p>
          <a:p>
            <a:pPr marL="0" lvl="0" indent="0"/>
            <a:r>
              <a:rPr lang="en-US" sz="1200" dirty="0"/>
              <a:t>North Korea ATP (Advanced Threat Protection) group were successful in a social engineering attack against three European defense companies to gain information about sensitive drone development. </a:t>
            </a:r>
          </a:p>
        </p:txBody>
      </p:sp>
      <p:pic>
        <p:nvPicPr>
          <p:cNvPr id="1026" name="Picture 2" descr="Microsoft report unmasks at least six Russian nation-state actors  responsible for cyber-attacks against Ukraine | The Daily Swig">
            <a:extLst>
              <a:ext uri="{FF2B5EF4-FFF2-40B4-BE49-F238E27FC236}">
                <a16:creationId xmlns:a16="http://schemas.microsoft.com/office/drawing/2014/main" id="{C532A0DA-9E69-4870-4A72-169E1834B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906" y="303949"/>
            <a:ext cx="1420473" cy="7954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22" name="Google Shape;322;p40"/>
          <p:cNvSpPr txBox="1">
            <a:spLocks noGrp="1"/>
          </p:cNvSpPr>
          <p:nvPr>
            <p:ph type="subTitle" idx="1"/>
          </p:nvPr>
        </p:nvSpPr>
        <p:spPr>
          <a:xfrm>
            <a:off x="1186647" y="1159909"/>
            <a:ext cx="1724752" cy="52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Espionage </a:t>
            </a:r>
          </a:p>
        </p:txBody>
      </p:sp>
      <p:sp>
        <p:nvSpPr>
          <p:cNvPr id="323" name="Google Shape;323;p40"/>
          <p:cNvSpPr txBox="1">
            <a:spLocks noGrp="1"/>
          </p:cNvSpPr>
          <p:nvPr>
            <p:ph type="subTitle" idx="2"/>
          </p:nvPr>
        </p:nvSpPr>
        <p:spPr>
          <a:xfrm>
            <a:off x="719999" y="1687309"/>
            <a:ext cx="7921430" cy="121336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Also known as cyber spying, cyber espionage is when an unauthorized user attempts to access sensitive or classified data in order to harm the company, or simply for economic gain.  In this case, to harm a government or citizens. </a:t>
            </a:r>
          </a:p>
          <a:p>
            <a:pPr marL="0" lvl="0" indent="0" algn="l" rtl="0">
              <a:spcBef>
                <a:spcPts val="0"/>
              </a:spcBef>
              <a:spcAft>
                <a:spcPts val="0"/>
              </a:spcAft>
              <a:buNone/>
            </a:pPr>
            <a:r>
              <a:rPr lang="en-US" sz="1200" dirty="0"/>
              <a:t>	Ex. GhostNet: A large espionage operation which gained access to compromised computers that were connected to Asian government systems.  This was to gain information about Dalai Lama. </a:t>
            </a:r>
            <a:endParaRPr sz="1200" dirty="0"/>
          </a:p>
        </p:txBody>
      </p:sp>
      <p:sp>
        <p:nvSpPr>
          <p:cNvPr id="325" name="Google Shape;325;p40"/>
          <p:cNvSpPr txBox="1">
            <a:spLocks noGrp="1"/>
          </p:cNvSpPr>
          <p:nvPr>
            <p:ph type="title" idx="9"/>
          </p:nvPr>
        </p:nvSpPr>
        <p:spPr>
          <a:xfrm>
            <a:off x="718282" y="304009"/>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Modern Day</a:t>
            </a:r>
            <a:r>
              <a:rPr lang="en" dirty="0">
                <a:solidFill>
                  <a:schemeClr val="dk1"/>
                </a:solidFill>
                <a:latin typeface="Encode Sans Medium"/>
                <a:ea typeface="Encode Sans Medium"/>
                <a:cs typeface="Encode Sans Medium"/>
                <a:sym typeface="Encode Sans Medium"/>
              </a:rPr>
              <a:t> Cyber War Tactics</a:t>
            </a:r>
            <a:endParaRPr dirty="0">
              <a:solidFill>
                <a:schemeClr val="dk1"/>
              </a:solidFill>
              <a:latin typeface="Encode Sans Medium"/>
              <a:ea typeface="Encode Sans Medium"/>
              <a:cs typeface="Encode Sans Medium"/>
              <a:sym typeface="Encode Sans Medium"/>
            </a:endParaRPr>
          </a:p>
        </p:txBody>
      </p:sp>
      <p:sp>
        <p:nvSpPr>
          <p:cNvPr id="327" name="Google Shape;327;p40"/>
          <p:cNvSpPr txBox="1">
            <a:spLocks noGrp="1"/>
          </p:cNvSpPr>
          <p:nvPr>
            <p:ph type="title"/>
          </p:nvPr>
        </p:nvSpPr>
        <p:spPr>
          <a:xfrm>
            <a:off x="719999" y="1159909"/>
            <a:ext cx="575456"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1)</a:t>
            </a:r>
            <a:endParaRPr dirty="0">
              <a:solidFill>
                <a:schemeClr val="lt1"/>
              </a:solidFill>
            </a:endParaRPr>
          </a:p>
        </p:txBody>
      </p:sp>
      <p:sp>
        <p:nvSpPr>
          <p:cNvPr id="20" name="Google Shape;327;p40">
            <a:extLst>
              <a:ext uri="{FF2B5EF4-FFF2-40B4-BE49-F238E27FC236}">
                <a16:creationId xmlns:a16="http://schemas.microsoft.com/office/drawing/2014/main" id="{9274985B-FB70-F2E6-7FE5-232494B3C23B}"/>
              </a:ext>
            </a:extLst>
          </p:cNvPr>
          <p:cNvSpPr txBox="1">
            <a:spLocks/>
          </p:cNvSpPr>
          <p:nvPr/>
        </p:nvSpPr>
        <p:spPr>
          <a:xfrm>
            <a:off x="718282" y="2900678"/>
            <a:ext cx="575456" cy="52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Encode Sans Black"/>
              <a:buNone/>
              <a:defRPr sz="3200" b="0" i="0" u="none" strike="noStrike" cap="none">
                <a:solidFill>
                  <a:schemeClr val="dk1"/>
                </a:solidFill>
                <a:highlight>
                  <a:schemeClr val="lt2"/>
                </a:highlight>
                <a:latin typeface="Encode Sans Black"/>
                <a:ea typeface="Encode Sans Black"/>
                <a:cs typeface="Encode Sans Black"/>
                <a:sym typeface="Encode Sans Black"/>
              </a:defRPr>
            </a:lvl1pPr>
            <a:lvl2pPr marR="0" lvl="1"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2pPr>
            <a:lvl3pPr marR="0" lvl="2"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3pPr>
            <a:lvl4pPr marR="0" lvl="3"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4pPr>
            <a:lvl5pPr marR="0" lvl="4"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5pPr>
            <a:lvl6pPr marR="0" lvl="5"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6pPr>
            <a:lvl7pPr marR="0" lvl="6"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7pPr>
            <a:lvl8pPr marR="0" lvl="7"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8pPr>
            <a:lvl9pPr marR="0" lvl="8" algn="ctr" rtl="0">
              <a:lnSpc>
                <a:spcPct val="100000"/>
              </a:lnSpc>
              <a:spcBef>
                <a:spcPts val="0"/>
              </a:spcBef>
              <a:spcAft>
                <a:spcPts val="0"/>
              </a:spcAft>
              <a:buClr>
                <a:schemeClr val="dk2"/>
              </a:buClr>
              <a:buSzPts val="3200"/>
              <a:buFont typeface="Fredoka One"/>
              <a:buNone/>
              <a:defRPr sz="3200" b="0" i="0" u="none" strike="noStrike" cap="none">
                <a:solidFill>
                  <a:schemeClr val="dk2"/>
                </a:solidFill>
                <a:highlight>
                  <a:schemeClr val="lt2"/>
                </a:highlight>
                <a:latin typeface="Fredoka One"/>
                <a:ea typeface="Fredoka One"/>
                <a:cs typeface="Fredoka One"/>
                <a:sym typeface="Fredoka One"/>
              </a:defRPr>
            </a:lvl9pPr>
          </a:lstStyle>
          <a:p>
            <a:r>
              <a:rPr lang="en" dirty="0">
                <a:solidFill>
                  <a:schemeClr val="lt1"/>
                </a:solidFill>
              </a:rPr>
              <a:t>2)</a:t>
            </a:r>
          </a:p>
        </p:txBody>
      </p:sp>
      <p:sp>
        <p:nvSpPr>
          <p:cNvPr id="21" name="Google Shape;322;p40">
            <a:extLst>
              <a:ext uri="{FF2B5EF4-FFF2-40B4-BE49-F238E27FC236}">
                <a16:creationId xmlns:a16="http://schemas.microsoft.com/office/drawing/2014/main" id="{C16B1FCB-A3BF-12BD-6391-938DC1955E20}"/>
              </a:ext>
            </a:extLst>
          </p:cNvPr>
          <p:cNvSpPr txBox="1">
            <a:spLocks/>
          </p:cNvSpPr>
          <p:nvPr/>
        </p:nvSpPr>
        <p:spPr>
          <a:xfrm>
            <a:off x="1293738" y="2900678"/>
            <a:ext cx="7591594" cy="52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1pPr>
            <a:lvl2pPr marL="914400" marR="0" lvl="1"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2pPr>
            <a:lvl3pPr marL="1371600" marR="0" lvl="2"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3pPr>
            <a:lvl4pPr marL="1828800" marR="0" lvl="3"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4pPr>
            <a:lvl5pPr marL="2286000" marR="0" lvl="4"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5pPr>
            <a:lvl6pPr marL="2743200" marR="0" lvl="5"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6pPr>
            <a:lvl7pPr marL="3200400" marR="0" lvl="6"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7pPr>
            <a:lvl8pPr marL="3657600" marR="0" lvl="7"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8pPr>
            <a:lvl9pPr marL="4114800" marR="0" lvl="8"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9pPr>
          </a:lstStyle>
          <a:p>
            <a:pPr marL="0" indent="0"/>
            <a:r>
              <a:rPr lang="en-US" dirty="0"/>
              <a:t>Sabotage | Denial-of-Service (DoS) Attacks </a:t>
            </a:r>
          </a:p>
        </p:txBody>
      </p:sp>
      <p:sp>
        <p:nvSpPr>
          <p:cNvPr id="22" name="Google Shape;323;p40">
            <a:extLst>
              <a:ext uri="{FF2B5EF4-FFF2-40B4-BE49-F238E27FC236}">
                <a16:creationId xmlns:a16="http://schemas.microsoft.com/office/drawing/2014/main" id="{928EC4B4-4F16-863F-703C-D6E7957CD778}"/>
              </a:ext>
            </a:extLst>
          </p:cNvPr>
          <p:cNvSpPr txBox="1">
            <a:spLocks/>
          </p:cNvSpPr>
          <p:nvPr/>
        </p:nvSpPr>
        <p:spPr>
          <a:xfrm>
            <a:off x="712935" y="3428078"/>
            <a:ext cx="7921430" cy="15877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0" indent="0"/>
            <a:r>
              <a:rPr lang="en-US" sz="1200" dirty="0"/>
              <a:t>As we have learned, a DoS attack is used when an attacker overwhelms a computer system or network to slow or to stop traffic.  This renders it as unavailable, shutting down operations. </a:t>
            </a:r>
          </a:p>
          <a:p>
            <a:pPr marL="0" indent="0"/>
            <a:r>
              <a:rPr lang="en-US" sz="1200" dirty="0"/>
              <a:t>	Ex.  In 2014, a series of DDoS attacker were launched against PopVote, which was used to collect data for democratic protest and movements.</a:t>
            </a:r>
          </a:p>
          <a:p>
            <a:pPr marL="0" indent="0"/>
            <a:r>
              <a:rPr lang="en-US" sz="1200" dirty="0"/>
              <a:t>	</a:t>
            </a:r>
          </a:p>
          <a:p>
            <a:pPr marL="0" indent="0"/>
            <a:r>
              <a:rPr lang="en-US" sz="1200" dirty="0"/>
              <a:t>	In 2007, a dispute broke out between Russia and Estonia.  In response Russia launched DDoS attacks to block citizens from accessing banking information and government communications.  As well as limiting access to the media. </a:t>
            </a:r>
          </a:p>
        </p:txBody>
      </p:sp>
      <p:grpSp>
        <p:nvGrpSpPr>
          <p:cNvPr id="23" name="Google Shape;6411;p85">
            <a:extLst>
              <a:ext uri="{FF2B5EF4-FFF2-40B4-BE49-F238E27FC236}">
                <a16:creationId xmlns:a16="http://schemas.microsoft.com/office/drawing/2014/main" id="{A1241850-FD11-28B1-AC18-12708DFA63A0}"/>
              </a:ext>
            </a:extLst>
          </p:cNvPr>
          <p:cNvGrpSpPr/>
          <p:nvPr/>
        </p:nvGrpSpPr>
        <p:grpSpPr>
          <a:xfrm>
            <a:off x="7910549" y="739175"/>
            <a:ext cx="677173" cy="682900"/>
            <a:chOff x="1989911" y="2306065"/>
            <a:chExt cx="387099" cy="353207"/>
          </a:xfrm>
        </p:grpSpPr>
        <p:sp>
          <p:nvSpPr>
            <p:cNvPr id="24" name="Google Shape;6412;p85">
              <a:extLst>
                <a:ext uri="{FF2B5EF4-FFF2-40B4-BE49-F238E27FC236}">
                  <a16:creationId xmlns:a16="http://schemas.microsoft.com/office/drawing/2014/main" id="{796FCD4B-EB24-8A89-DF52-8D0B85E03904}"/>
                </a:ext>
              </a:extLst>
            </p:cNvPr>
            <p:cNvSpPr/>
            <p:nvPr/>
          </p:nvSpPr>
          <p:spPr>
            <a:xfrm>
              <a:off x="2110003" y="2555181"/>
              <a:ext cx="146916" cy="88775"/>
            </a:xfrm>
            <a:custGeom>
              <a:avLst/>
              <a:gdLst/>
              <a:ahLst/>
              <a:cxnLst/>
              <a:rect l="l" t="t" r="r" b="b"/>
              <a:pathLst>
                <a:path w="5592" h="3379" extrusionOk="0">
                  <a:moveTo>
                    <a:pt x="2796" y="1"/>
                  </a:moveTo>
                  <a:lnTo>
                    <a:pt x="576" y="986"/>
                  </a:lnTo>
                  <a:lnTo>
                    <a:pt x="1" y="2879"/>
                  </a:lnTo>
                  <a:lnTo>
                    <a:pt x="1298" y="3108"/>
                  </a:lnTo>
                  <a:lnTo>
                    <a:pt x="2865" y="3379"/>
                  </a:lnTo>
                  <a:lnTo>
                    <a:pt x="5591" y="2879"/>
                  </a:lnTo>
                  <a:lnTo>
                    <a:pt x="5238" y="1714"/>
                  </a:lnTo>
                  <a:lnTo>
                    <a:pt x="5016" y="986"/>
                  </a:lnTo>
                  <a:lnTo>
                    <a:pt x="2796"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6413;p85">
              <a:extLst>
                <a:ext uri="{FF2B5EF4-FFF2-40B4-BE49-F238E27FC236}">
                  <a16:creationId xmlns:a16="http://schemas.microsoft.com/office/drawing/2014/main" id="{7CCF46D5-B5CA-48D0-E21D-C69D57762B1D}"/>
                </a:ext>
              </a:extLst>
            </p:cNvPr>
            <p:cNvSpPr/>
            <p:nvPr/>
          </p:nvSpPr>
          <p:spPr>
            <a:xfrm>
              <a:off x="2110003" y="2555181"/>
              <a:ext cx="137615" cy="81681"/>
            </a:xfrm>
            <a:custGeom>
              <a:avLst/>
              <a:gdLst/>
              <a:ahLst/>
              <a:cxnLst/>
              <a:rect l="l" t="t" r="r" b="b"/>
              <a:pathLst>
                <a:path w="5238" h="3109" extrusionOk="0">
                  <a:moveTo>
                    <a:pt x="2796" y="1"/>
                  </a:moveTo>
                  <a:lnTo>
                    <a:pt x="583" y="986"/>
                  </a:lnTo>
                  <a:lnTo>
                    <a:pt x="1" y="2879"/>
                  </a:lnTo>
                  <a:lnTo>
                    <a:pt x="1298" y="3108"/>
                  </a:lnTo>
                  <a:lnTo>
                    <a:pt x="1561" y="1714"/>
                  </a:lnTo>
                  <a:lnTo>
                    <a:pt x="5238" y="1714"/>
                  </a:lnTo>
                  <a:lnTo>
                    <a:pt x="5016" y="986"/>
                  </a:lnTo>
                  <a:lnTo>
                    <a:pt x="27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6414;p85">
              <a:extLst>
                <a:ext uri="{FF2B5EF4-FFF2-40B4-BE49-F238E27FC236}">
                  <a16:creationId xmlns:a16="http://schemas.microsoft.com/office/drawing/2014/main" id="{40624A69-4459-DC86-06AC-116B0D4F74A3}"/>
                </a:ext>
              </a:extLst>
            </p:cNvPr>
            <p:cNvSpPr/>
            <p:nvPr/>
          </p:nvSpPr>
          <p:spPr>
            <a:xfrm>
              <a:off x="1989911" y="2306065"/>
              <a:ext cx="387099" cy="275021"/>
            </a:xfrm>
            <a:custGeom>
              <a:avLst/>
              <a:gdLst/>
              <a:ahLst/>
              <a:cxnLst/>
              <a:rect l="l" t="t" r="r" b="b"/>
              <a:pathLst>
                <a:path w="14734" h="10468" extrusionOk="0">
                  <a:moveTo>
                    <a:pt x="1215" y="1"/>
                  </a:moveTo>
                  <a:cubicBezTo>
                    <a:pt x="542" y="1"/>
                    <a:pt x="1" y="549"/>
                    <a:pt x="1" y="1222"/>
                  </a:cubicBezTo>
                  <a:lnTo>
                    <a:pt x="1" y="9247"/>
                  </a:lnTo>
                  <a:cubicBezTo>
                    <a:pt x="1" y="9920"/>
                    <a:pt x="542" y="10468"/>
                    <a:pt x="1215" y="10468"/>
                  </a:cubicBezTo>
                  <a:lnTo>
                    <a:pt x="13513" y="10468"/>
                  </a:lnTo>
                  <a:cubicBezTo>
                    <a:pt x="14185" y="10468"/>
                    <a:pt x="14733" y="9920"/>
                    <a:pt x="14733" y="9247"/>
                  </a:cubicBezTo>
                  <a:lnTo>
                    <a:pt x="14733" y="1222"/>
                  </a:lnTo>
                  <a:cubicBezTo>
                    <a:pt x="14733" y="549"/>
                    <a:pt x="14185" y="1"/>
                    <a:pt x="1351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6415;p85">
              <a:extLst>
                <a:ext uri="{FF2B5EF4-FFF2-40B4-BE49-F238E27FC236}">
                  <a16:creationId xmlns:a16="http://schemas.microsoft.com/office/drawing/2014/main" id="{611B4094-63E5-30FE-95C0-FF2374D3D914}"/>
                </a:ext>
              </a:extLst>
            </p:cNvPr>
            <p:cNvSpPr/>
            <p:nvPr/>
          </p:nvSpPr>
          <p:spPr>
            <a:xfrm>
              <a:off x="2021438" y="2337723"/>
              <a:ext cx="324045" cy="193628"/>
            </a:xfrm>
            <a:custGeom>
              <a:avLst/>
              <a:gdLst/>
              <a:ahLst/>
              <a:cxnLst/>
              <a:rect l="l" t="t" r="r" b="b"/>
              <a:pathLst>
                <a:path w="12334" h="7370" extrusionOk="0">
                  <a:moveTo>
                    <a:pt x="12320" y="1"/>
                  </a:moveTo>
                  <a:cubicBezTo>
                    <a:pt x="12318" y="1"/>
                    <a:pt x="12315" y="2"/>
                    <a:pt x="12313" y="3"/>
                  </a:cubicBezTo>
                  <a:lnTo>
                    <a:pt x="15" y="3"/>
                  </a:lnTo>
                  <a:cubicBezTo>
                    <a:pt x="8" y="3"/>
                    <a:pt x="1" y="10"/>
                    <a:pt x="1" y="17"/>
                  </a:cubicBezTo>
                  <a:lnTo>
                    <a:pt x="1" y="7369"/>
                  </a:lnTo>
                  <a:lnTo>
                    <a:pt x="12333" y="7369"/>
                  </a:lnTo>
                  <a:lnTo>
                    <a:pt x="12333" y="17"/>
                  </a:lnTo>
                  <a:cubicBezTo>
                    <a:pt x="12333" y="11"/>
                    <a:pt x="12329" y="1"/>
                    <a:pt x="1232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6416;p85">
              <a:extLst>
                <a:ext uri="{FF2B5EF4-FFF2-40B4-BE49-F238E27FC236}">
                  <a16:creationId xmlns:a16="http://schemas.microsoft.com/office/drawing/2014/main" id="{0A2B35A9-68D5-E56A-B53A-53C91A05F7B0}"/>
                </a:ext>
              </a:extLst>
            </p:cNvPr>
            <p:cNvSpPr/>
            <p:nvPr/>
          </p:nvSpPr>
          <p:spPr>
            <a:xfrm>
              <a:off x="2327224" y="2337776"/>
              <a:ext cx="18259" cy="193576"/>
            </a:xfrm>
            <a:custGeom>
              <a:avLst/>
              <a:gdLst/>
              <a:ahLst/>
              <a:cxnLst/>
              <a:rect l="l" t="t" r="r" b="b"/>
              <a:pathLst>
                <a:path w="695" h="7368" extrusionOk="0">
                  <a:moveTo>
                    <a:pt x="1" y="1"/>
                  </a:moveTo>
                  <a:cubicBezTo>
                    <a:pt x="1" y="8"/>
                    <a:pt x="1" y="8"/>
                    <a:pt x="1" y="15"/>
                  </a:cubicBezTo>
                  <a:lnTo>
                    <a:pt x="1" y="7367"/>
                  </a:lnTo>
                  <a:lnTo>
                    <a:pt x="694" y="7367"/>
                  </a:lnTo>
                  <a:lnTo>
                    <a:pt x="694" y="15"/>
                  </a:lnTo>
                  <a:cubicBezTo>
                    <a:pt x="694" y="8"/>
                    <a:pt x="694" y="8"/>
                    <a:pt x="694"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6417;p85">
              <a:extLst>
                <a:ext uri="{FF2B5EF4-FFF2-40B4-BE49-F238E27FC236}">
                  <a16:creationId xmlns:a16="http://schemas.microsoft.com/office/drawing/2014/main" id="{09C3CC50-6164-FE2E-B03A-89D9849B0B56}"/>
                </a:ext>
              </a:extLst>
            </p:cNvPr>
            <p:cNvSpPr/>
            <p:nvPr/>
          </p:nvSpPr>
          <p:spPr>
            <a:xfrm>
              <a:off x="2069543" y="2630819"/>
              <a:ext cx="227651" cy="28453"/>
            </a:xfrm>
            <a:custGeom>
              <a:avLst/>
              <a:gdLst/>
              <a:ahLst/>
              <a:cxnLst/>
              <a:rect l="l" t="t" r="r" b="b"/>
              <a:pathLst>
                <a:path w="8665" h="1083" extrusionOk="0">
                  <a:moveTo>
                    <a:pt x="542" y="0"/>
                  </a:moveTo>
                  <a:cubicBezTo>
                    <a:pt x="244" y="0"/>
                    <a:pt x="1" y="243"/>
                    <a:pt x="1" y="541"/>
                  </a:cubicBezTo>
                  <a:cubicBezTo>
                    <a:pt x="1" y="839"/>
                    <a:pt x="244" y="1082"/>
                    <a:pt x="542" y="1082"/>
                  </a:cubicBezTo>
                  <a:lnTo>
                    <a:pt x="8123" y="1082"/>
                  </a:lnTo>
                  <a:cubicBezTo>
                    <a:pt x="8421" y="1082"/>
                    <a:pt x="8664" y="839"/>
                    <a:pt x="8664" y="541"/>
                  </a:cubicBezTo>
                  <a:cubicBezTo>
                    <a:pt x="8664" y="243"/>
                    <a:pt x="8421" y="0"/>
                    <a:pt x="81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6418;p85">
              <a:extLst>
                <a:ext uri="{FF2B5EF4-FFF2-40B4-BE49-F238E27FC236}">
                  <a16:creationId xmlns:a16="http://schemas.microsoft.com/office/drawing/2014/main" id="{1E835CB5-EA68-D35F-DA5D-DABEDCAAB715}"/>
                </a:ext>
              </a:extLst>
            </p:cNvPr>
            <p:cNvSpPr/>
            <p:nvPr/>
          </p:nvSpPr>
          <p:spPr>
            <a:xfrm>
              <a:off x="2175237" y="2549191"/>
              <a:ext cx="14975" cy="11849"/>
            </a:xfrm>
            <a:custGeom>
              <a:avLst/>
              <a:gdLst/>
              <a:ahLst/>
              <a:cxnLst/>
              <a:rect l="l" t="t" r="r" b="b"/>
              <a:pathLst>
                <a:path w="570" h="451" extrusionOk="0">
                  <a:moveTo>
                    <a:pt x="312" y="0"/>
                  </a:moveTo>
                  <a:cubicBezTo>
                    <a:pt x="266" y="0"/>
                    <a:pt x="218" y="15"/>
                    <a:pt x="174" y="48"/>
                  </a:cubicBezTo>
                  <a:cubicBezTo>
                    <a:pt x="1" y="180"/>
                    <a:pt x="91" y="451"/>
                    <a:pt x="313" y="451"/>
                  </a:cubicBezTo>
                  <a:cubicBezTo>
                    <a:pt x="410" y="451"/>
                    <a:pt x="500" y="381"/>
                    <a:pt x="528" y="284"/>
                  </a:cubicBezTo>
                  <a:cubicBezTo>
                    <a:pt x="570" y="129"/>
                    <a:pt x="448" y="0"/>
                    <a:pt x="31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FDACE8BC-94CE-8B26-35E6-1D9575161FDA}"/>
            </a:ext>
          </a:extLst>
        </p:cNvPr>
        <p:cNvGrpSpPr/>
        <p:nvPr/>
      </p:nvGrpSpPr>
      <p:grpSpPr>
        <a:xfrm>
          <a:off x="0" y="0"/>
          <a:ext cx="0" cy="0"/>
          <a:chOff x="0" y="0"/>
          <a:chExt cx="0" cy="0"/>
        </a:xfrm>
      </p:grpSpPr>
      <p:sp>
        <p:nvSpPr>
          <p:cNvPr id="325" name="Google Shape;325;p40">
            <a:extLst>
              <a:ext uri="{FF2B5EF4-FFF2-40B4-BE49-F238E27FC236}">
                <a16:creationId xmlns:a16="http://schemas.microsoft.com/office/drawing/2014/main" id="{17690FFE-85D1-EE32-27BC-CF87E1DE2EDD}"/>
              </a:ext>
            </a:extLst>
          </p:cNvPr>
          <p:cNvSpPr txBox="1">
            <a:spLocks noGrp="1"/>
          </p:cNvSpPr>
          <p:nvPr>
            <p:ph type="title" idx="9"/>
          </p:nvPr>
        </p:nvSpPr>
        <p:spPr>
          <a:xfrm>
            <a:off x="718282" y="304009"/>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Modern Day</a:t>
            </a:r>
            <a:r>
              <a:rPr lang="en" dirty="0">
                <a:solidFill>
                  <a:schemeClr val="dk1"/>
                </a:solidFill>
                <a:latin typeface="Encode Sans Medium"/>
                <a:ea typeface="Encode Sans Medium"/>
                <a:cs typeface="Encode Sans Medium"/>
                <a:sym typeface="Encode Sans Medium"/>
              </a:rPr>
              <a:t> Cyber War Tactics Con.</a:t>
            </a:r>
            <a:endParaRPr dirty="0">
              <a:solidFill>
                <a:schemeClr val="dk1"/>
              </a:solidFill>
              <a:latin typeface="Encode Sans Medium"/>
              <a:ea typeface="Encode Sans Medium"/>
              <a:cs typeface="Encode Sans Medium"/>
              <a:sym typeface="Encode Sans Medium"/>
            </a:endParaRPr>
          </a:p>
        </p:txBody>
      </p:sp>
      <p:sp>
        <p:nvSpPr>
          <p:cNvPr id="327" name="Google Shape;327;p40">
            <a:extLst>
              <a:ext uri="{FF2B5EF4-FFF2-40B4-BE49-F238E27FC236}">
                <a16:creationId xmlns:a16="http://schemas.microsoft.com/office/drawing/2014/main" id="{902FEC53-3C9D-5220-4AA4-B2079AFDE39E}"/>
              </a:ext>
            </a:extLst>
          </p:cNvPr>
          <p:cNvSpPr txBox="1">
            <a:spLocks noGrp="1"/>
          </p:cNvSpPr>
          <p:nvPr>
            <p:ph type="title"/>
          </p:nvPr>
        </p:nvSpPr>
        <p:spPr>
          <a:xfrm>
            <a:off x="719999" y="1159909"/>
            <a:ext cx="575456"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3)</a:t>
            </a:r>
            <a:endParaRPr dirty="0">
              <a:solidFill>
                <a:schemeClr val="lt1"/>
              </a:solidFill>
            </a:endParaRPr>
          </a:p>
        </p:txBody>
      </p:sp>
      <p:sp>
        <p:nvSpPr>
          <p:cNvPr id="21" name="Google Shape;322;p40">
            <a:extLst>
              <a:ext uri="{FF2B5EF4-FFF2-40B4-BE49-F238E27FC236}">
                <a16:creationId xmlns:a16="http://schemas.microsoft.com/office/drawing/2014/main" id="{491EA5F2-B524-A532-AF3E-405631A416C1}"/>
              </a:ext>
            </a:extLst>
          </p:cNvPr>
          <p:cNvSpPr txBox="1">
            <a:spLocks/>
          </p:cNvSpPr>
          <p:nvPr/>
        </p:nvSpPr>
        <p:spPr>
          <a:xfrm>
            <a:off x="1205896" y="1159909"/>
            <a:ext cx="2316950" cy="52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1pPr>
            <a:lvl2pPr marL="914400" marR="0" lvl="1"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2pPr>
            <a:lvl3pPr marL="1371600" marR="0" lvl="2"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3pPr>
            <a:lvl4pPr marL="1828800" marR="0" lvl="3"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4pPr>
            <a:lvl5pPr marL="2286000" marR="0" lvl="4"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5pPr>
            <a:lvl6pPr marL="2743200" marR="0" lvl="5"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6pPr>
            <a:lvl7pPr marL="3200400" marR="0" lvl="6"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7pPr>
            <a:lvl8pPr marL="3657600" marR="0" lvl="7"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8pPr>
            <a:lvl9pPr marL="4114800" marR="0" lvl="8" indent="-323850" algn="l" rtl="0">
              <a:lnSpc>
                <a:spcPct val="100000"/>
              </a:lnSpc>
              <a:spcBef>
                <a:spcPts val="0"/>
              </a:spcBef>
              <a:spcAft>
                <a:spcPts val="0"/>
              </a:spcAft>
              <a:buClr>
                <a:schemeClr val="dk1"/>
              </a:buClr>
              <a:buSzPts val="1500"/>
              <a:buFont typeface="Archivo"/>
              <a:buNone/>
              <a:defRPr sz="2200" b="0" i="0" u="none" strike="noStrike" cap="none">
                <a:solidFill>
                  <a:schemeClr val="dk1"/>
                </a:solidFill>
                <a:latin typeface="Encode Sans Black"/>
                <a:ea typeface="Encode Sans Black"/>
                <a:cs typeface="Encode Sans Black"/>
                <a:sym typeface="Encode Sans Black"/>
              </a:defRPr>
            </a:lvl9pPr>
          </a:lstStyle>
          <a:p>
            <a:pPr marL="0" indent="0"/>
            <a:r>
              <a:rPr lang="en-US" dirty="0"/>
              <a:t>Disinformation </a:t>
            </a:r>
          </a:p>
        </p:txBody>
      </p:sp>
      <p:pic>
        <p:nvPicPr>
          <p:cNvPr id="2050" name="Picture 2">
            <a:extLst>
              <a:ext uri="{FF2B5EF4-FFF2-40B4-BE49-F238E27FC236}">
                <a16:creationId xmlns:a16="http://schemas.microsoft.com/office/drawing/2014/main" id="{CA58A715-EA4F-1E6B-12C6-C746CC5AC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7746" y="2965821"/>
            <a:ext cx="3256863" cy="2035539"/>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323;p40">
            <a:extLst>
              <a:ext uri="{FF2B5EF4-FFF2-40B4-BE49-F238E27FC236}">
                <a16:creationId xmlns:a16="http://schemas.microsoft.com/office/drawing/2014/main" id="{6B693EAB-2E4D-3E0D-F885-A1AE1D6DA355}"/>
              </a:ext>
            </a:extLst>
          </p:cNvPr>
          <p:cNvSpPr txBox="1">
            <a:spLocks/>
          </p:cNvSpPr>
          <p:nvPr/>
        </p:nvSpPr>
        <p:spPr>
          <a:xfrm>
            <a:off x="719999" y="1687309"/>
            <a:ext cx="7921430" cy="12133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0" indent="0"/>
            <a:r>
              <a:rPr lang="en-US" sz="1200" dirty="0"/>
              <a:t>Disinformation is commonly used during elections or in subversion attempts.  The goal of disinformation is more commonly used to influence political opinion about a party or institution.  </a:t>
            </a:r>
          </a:p>
          <a:p>
            <a:pPr marL="0" indent="0"/>
            <a:endParaRPr lang="en-US" sz="1200" dirty="0"/>
          </a:p>
          <a:p>
            <a:pPr marL="0" indent="0"/>
            <a:r>
              <a:rPr lang="en-US" sz="1200" dirty="0"/>
              <a:t>This can lead to instable politics, lost of trust in the government, and can even disrupt or collapse a government.</a:t>
            </a:r>
          </a:p>
          <a:p>
            <a:pPr marL="0" indent="0"/>
            <a:r>
              <a:rPr lang="en-US" sz="1200" dirty="0"/>
              <a:t>	Ex. The Dutch released a study stating, “</a:t>
            </a:r>
            <a:r>
              <a:rPr lang="en-US" sz="1200" dirty="0">
                <a:latin typeface="Archivo" panose="020B0604020202020204" charset="0"/>
                <a:cs typeface="Archivo" panose="020B0604020202020204" charset="0"/>
              </a:rPr>
              <a:t>A vast coordinated network of accounts influenced public discourse on social networks in Germany and France ahead of the European elections in June 2024.”</a:t>
            </a:r>
          </a:p>
        </p:txBody>
      </p:sp>
    </p:spTree>
    <p:extLst>
      <p:ext uri="{BB962C8B-B14F-4D97-AF65-F5344CB8AC3E}">
        <p14:creationId xmlns:p14="http://schemas.microsoft.com/office/powerpoint/2010/main" val="1545333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27E6835C-D135-BE40-D44B-49BEF31397A9}"/>
            </a:ext>
          </a:extLst>
        </p:cNvPr>
        <p:cNvGrpSpPr/>
        <p:nvPr/>
      </p:nvGrpSpPr>
      <p:grpSpPr>
        <a:xfrm>
          <a:off x="0" y="0"/>
          <a:ext cx="0" cy="0"/>
          <a:chOff x="0" y="0"/>
          <a:chExt cx="0" cy="0"/>
        </a:xfrm>
      </p:grpSpPr>
      <p:sp>
        <p:nvSpPr>
          <p:cNvPr id="325" name="Google Shape;325;p40">
            <a:extLst>
              <a:ext uri="{FF2B5EF4-FFF2-40B4-BE49-F238E27FC236}">
                <a16:creationId xmlns:a16="http://schemas.microsoft.com/office/drawing/2014/main" id="{5E9310DA-7CCC-925C-C8AD-21D5605CC820}"/>
              </a:ext>
            </a:extLst>
          </p:cNvPr>
          <p:cNvSpPr txBox="1">
            <a:spLocks noGrp="1"/>
          </p:cNvSpPr>
          <p:nvPr>
            <p:ph type="title" idx="9"/>
          </p:nvPr>
        </p:nvSpPr>
        <p:spPr>
          <a:xfrm>
            <a:off x="718282" y="304009"/>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
            </a:r>
            <a:r>
              <a:rPr lang="en" dirty="0"/>
              <a:t>efense </a:t>
            </a:r>
            <a:r>
              <a:rPr lang="en" dirty="0">
                <a:solidFill>
                  <a:schemeClr val="dk1"/>
                </a:solidFill>
                <a:latin typeface="Encode Sans Medium"/>
                <a:sym typeface="Encode Sans Medium"/>
              </a:rPr>
              <a:t>Strategies </a:t>
            </a:r>
            <a:endParaRPr dirty="0">
              <a:solidFill>
                <a:schemeClr val="dk1"/>
              </a:solidFill>
              <a:latin typeface="Encode Sans Medium"/>
              <a:ea typeface="Encode Sans Medium"/>
              <a:cs typeface="Encode Sans Medium"/>
              <a:sym typeface="Encode Sans Medium"/>
            </a:endParaRPr>
          </a:p>
        </p:txBody>
      </p:sp>
      <p:sp>
        <p:nvSpPr>
          <p:cNvPr id="2" name="Google Shape;323;p40">
            <a:extLst>
              <a:ext uri="{FF2B5EF4-FFF2-40B4-BE49-F238E27FC236}">
                <a16:creationId xmlns:a16="http://schemas.microsoft.com/office/drawing/2014/main" id="{27342E2A-944C-69C7-879D-20A758351A87}"/>
              </a:ext>
            </a:extLst>
          </p:cNvPr>
          <p:cNvSpPr txBox="1">
            <a:spLocks/>
          </p:cNvSpPr>
          <p:nvPr/>
        </p:nvSpPr>
        <p:spPr>
          <a:xfrm>
            <a:off x="718282" y="1108788"/>
            <a:ext cx="7921430" cy="3730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0" indent="0"/>
            <a:r>
              <a:rPr lang="en-US" sz="1200" dirty="0">
                <a:latin typeface="Archivo" panose="020B0604020202020204" charset="0"/>
                <a:cs typeface="Archivo" panose="020B0604020202020204" charset="0"/>
              </a:rPr>
              <a:t>There are many ways that the U.S are continuing to advance defense strategies, some even including AI detection.</a:t>
            </a:r>
          </a:p>
          <a:p>
            <a:pPr marL="0" indent="0"/>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rPr>
              <a:t>Layered Security </a:t>
            </a:r>
          </a:p>
          <a:p>
            <a:pPr marL="0" indent="0"/>
            <a:r>
              <a:rPr lang="en-US" sz="1200" dirty="0">
                <a:latin typeface="Archivo" panose="020B0604020202020204" charset="0"/>
                <a:cs typeface="Archivo" panose="020B0604020202020204" charset="0"/>
              </a:rPr>
              <a:t>Use multiple layers with any infrastructures or government network such as network firewalls, IDS/IPS, and limited access for employees.</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2) Access Controls or Zero Trust</a:t>
            </a:r>
          </a:p>
          <a:p>
            <a:pPr marL="0" indent="0"/>
            <a:r>
              <a:rPr lang="en-US" sz="1200" dirty="0">
                <a:latin typeface="Archivo" panose="020B0604020202020204" charset="0"/>
                <a:cs typeface="Archivo" panose="020B0604020202020204" charset="0"/>
              </a:rPr>
              <a:t>Continue to verify attacks and weaknesses, even internal traffic.  Ex. Multi-Factor Authentication. </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3) Encryption</a:t>
            </a:r>
          </a:p>
          <a:p>
            <a:pPr marL="0" indent="0"/>
            <a:r>
              <a:rPr lang="en-US" sz="1200" dirty="0">
                <a:latin typeface="Archivo" panose="020B0604020202020204" charset="0"/>
                <a:cs typeface="Archivo" panose="020B0604020202020204" charset="0"/>
              </a:rPr>
              <a:t>Encrypting data both in transit and when its not in transit.  This alone would reduce some espionage attempts. </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4) DoS Protection</a:t>
            </a:r>
          </a:p>
          <a:p>
            <a:pPr marL="0" indent="0"/>
            <a:r>
              <a:rPr lang="en-US" sz="1200" dirty="0">
                <a:latin typeface="Archivo" panose="020B0604020202020204" charset="0"/>
                <a:cs typeface="Archivo" panose="020B0604020202020204" charset="0"/>
              </a:rPr>
              <a:t>Implementing DoS mitigation techniques to filter traffic. </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5) AI / Machine Learning </a:t>
            </a:r>
          </a:p>
          <a:p>
            <a:pPr marL="0" indent="0"/>
            <a:r>
              <a:rPr lang="en-US" sz="1200" dirty="0">
                <a:latin typeface="Archivo" panose="020B0604020202020204" charset="0"/>
                <a:cs typeface="Archivo" panose="020B0604020202020204" charset="0"/>
              </a:rPr>
              <a:t>Allow AI to recheck human detections using security tools with network data and traffic.   This would detect anomalies quicker, limiting damage. </a:t>
            </a:r>
          </a:p>
        </p:txBody>
      </p:sp>
    </p:spTree>
    <p:extLst>
      <p:ext uri="{BB962C8B-B14F-4D97-AF65-F5344CB8AC3E}">
        <p14:creationId xmlns:p14="http://schemas.microsoft.com/office/powerpoint/2010/main" val="282125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BC73DC2E-8758-30B1-181D-233F7ED503DC}"/>
            </a:ext>
          </a:extLst>
        </p:cNvPr>
        <p:cNvGrpSpPr/>
        <p:nvPr/>
      </p:nvGrpSpPr>
      <p:grpSpPr>
        <a:xfrm>
          <a:off x="0" y="0"/>
          <a:ext cx="0" cy="0"/>
          <a:chOff x="0" y="0"/>
          <a:chExt cx="0" cy="0"/>
        </a:xfrm>
      </p:grpSpPr>
      <p:sp>
        <p:nvSpPr>
          <p:cNvPr id="325" name="Google Shape;325;p40">
            <a:extLst>
              <a:ext uri="{FF2B5EF4-FFF2-40B4-BE49-F238E27FC236}">
                <a16:creationId xmlns:a16="http://schemas.microsoft.com/office/drawing/2014/main" id="{F2484CE8-BCE0-1603-5B16-79A841FCC3DA}"/>
              </a:ext>
            </a:extLst>
          </p:cNvPr>
          <p:cNvSpPr txBox="1">
            <a:spLocks noGrp="1"/>
          </p:cNvSpPr>
          <p:nvPr>
            <p:ph type="title" idx="9"/>
          </p:nvPr>
        </p:nvSpPr>
        <p:spPr>
          <a:xfrm>
            <a:off x="718282" y="304009"/>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Cyber Warfare </a:t>
            </a:r>
            <a:r>
              <a:rPr lang="en" dirty="0">
                <a:solidFill>
                  <a:schemeClr val="dk1"/>
                </a:solidFill>
                <a:latin typeface="Encode Sans Medium"/>
                <a:sym typeface="Encode Sans Medium"/>
              </a:rPr>
              <a:t>Statistics </a:t>
            </a:r>
            <a:r>
              <a:rPr lang="en" dirty="0">
                <a:solidFill>
                  <a:schemeClr val="dk1"/>
                </a:solidFill>
                <a:latin typeface="Encode Sans Medium"/>
                <a:ea typeface="Encode Sans Medium"/>
                <a:cs typeface="Encode Sans Medium"/>
                <a:sym typeface="Encode Sans Medium"/>
              </a:rPr>
              <a:t>and Data </a:t>
            </a:r>
            <a:endParaRPr dirty="0">
              <a:solidFill>
                <a:schemeClr val="dk1"/>
              </a:solidFill>
              <a:latin typeface="Encode Sans Medium"/>
              <a:ea typeface="Encode Sans Medium"/>
              <a:cs typeface="Encode Sans Medium"/>
              <a:sym typeface="Encode Sans Medium"/>
            </a:endParaRPr>
          </a:p>
        </p:txBody>
      </p:sp>
      <p:sp>
        <p:nvSpPr>
          <p:cNvPr id="2" name="Google Shape;323;p40">
            <a:extLst>
              <a:ext uri="{FF2B5EF4-FFF2-40B4-BE49-F238E27FC236}">
                <a16:creationId xmlns:a16="http://schemas.microsoft.com/office/drawing/2014/main" id="{C8787FE1-F79A-3610-5EED-55DB6884D1D0}"/>
              </a:ext>
            </a:extLst>
          </p:cNvPr>
          <p:cNvSpPr txBox="1">
            <a:spLocks/>
          </p:cNvSpPr>
          <p:nvPr/>
        </p:nvSpPr>
        <p:spPr>
          <a:xfrm>
            <a:off x="718282" y="1332924"/>
            <a:ext cx="7921430" cy="3730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171450" indent="-171450">
              <a:buFontTx/>
              <a:buChar char="-"/>
            </a:pPr>
            <a:r>
              <a:rPr lang="en-US" sz="1200" dirty="0">
                <a:latin typeface="Archivo" panose="020B0604020202020204" charset="0"/>
                <a:cs typeface="Archivo" panose="020B0604020202020204" charset="0"/>
              </a:rPr>
              <a:t>Over the last 25 years over 11% of cyber attacks with political influence were launched by Russia. Then China with similar shares.  Both Iran and North Korea initiated around 4.5%. </a:t>
            </a:r>
          </a:p>
          <a:p>
            <a:pPr marL="171450" indent="-171450">
              <a:buFontTx/>
              <a:buChar char="-"/>
            </a:pPr>
            <a:endParaRPr lang="en-US" sz="1200" dirty="0">
              <a:latin typeface="Archivo" panose="020B0604020202020204" charset="0"/>
              <a:cs typeface="Archivo" panose="020B0604020202020204" charset="0"/>
            </a:endParaRPr>
          </a:p>
          <a:p>
            <a:pPr marL="171450" indent="-171450">
              <a:buFontTx/>
              <a:buChar char="-"/>
            </a:pPr>
            <a:r>
              <a:rPr lang="en-US" sz="1200" dirty="0">
                <a:latin typeface="Archivo" panose="020B0604020202020204" charset="0"/>
                <a:cs typeface="Archivo" panose="020B0604020202020204" charset="0"/>
              </a:rPr>
              <a:t>Reported in 2024, 178 cyberattacks with political motivation were launch</a:t>
            </a:r>
          </a:p>
          <a:p>
            <a:pPr marL="0" indent="0"/>
            <a:r>
              <a:rPr lang="en-US" sz="1200" dirty="0">
                <a:latin typeface="Archivo" panose="020B0604020202020204" charset="0"/>
                <a:cs typeface="Archivo" panose="020B0604020202020204" charset="0"/>
              </a:rPr>
              <a:t>Against the United States. </a:t>
            </a:r>
          </a:p>
          <a:p>
            <a:pPr marL="0" indent="0"/>
            <a:endParaRPr lang="en-US" sz="1200" dirty="0">
              <a:latin typeface="Archivo" panose="020B0604020202020204" charset="0"/>
              <a:cs typeface="Archivo" panose="020B0604020202020204" charset="0"/>
            </a:endParaRPr>
          </a:p>
          <a:p>
            <a:pPr marL="171450" indent="-171450">
              <a:buFontTx/>
              <a:buChar char="-"/>
            </a:pPr>
            <a:r>
              <a:rPr lang="en-US" sz="1200" dirty="0">
                <a:latin typeface="Archivo" panose="020B0604020202020204" charset="0"/>
                <a:cs typeface="Archivo" panose="020B0604020202020204" charset="0"/>
              </a:rPr>
              <a:t>In 2025, the USA government proposed almost 13 billion in advancing </a:t>
            </a:r>
          </a:p>
          <a:p>
            <a:pPr marL="0" indent="0"/>
            <a:r>
              <a:rPr lang="en-US" sz="1200" dirty="0">
                <a:latin typeface="Archivo" panose="020B0604020202020204" charset="0"/>
                <a:cs typeface="Archivo" panose="020B0604020202020204" charset="0"/>
              </a:rPr>
              <a:t>cybersecurity. </a:t>
            </a:r>
          </a:p>
          <a:p>
            <a:pPr marL="0" indent="0"/>
            <a:endParaRPr lang="en-US" sz="1200" dirty="0">
              <a:latin typeface="Archivo" panose="020B0604020202020204" charset="0"/>
              <a:cs typeface="Archivo" panose="020B0604020202020204" charset="0"/>
            </a:endParaRPr>
          </a:p>
          <a:p>
            <a:pPr marL="171450" indent="-171450">
              <a:buFontTx/>
              <a:buChar char="-"/>
            </a:pPr>
            <a:r>
              <a:rPr lang="en-US" sz="1200" dirty="0">
                <a:latin typeface="Archivo" panose="020B0604020202020204" charset="0"/>
                <a:cs typeface="Archivo" panose="020B0604020202020204" charset="0"/>
              </a:rPr>
              <a:t>The World Economic Forum stated. “</a:t>
            </a:r>
            <a:r>
              <a:rPr lang="en-US" sz="1200" dirty="0"/>
              <a:t>72% of respondents say </a:t>
            </a:r>
          </a:p>
          <a:p>
            <a:pPr marL="0" indent="0"/>
            <a:r>
              <a:rPr lang="en-US" sz="1200" dirty="0"/>
              <a:t>cyber risks have risen in the past year.” </a:t>
            </a:r>
            <a:endParaRPr lang="en-US" sz="1200" dirty="0">
              <a:latin typeface="Archivo" panose="020B0604020202020204" charset="0"/>
              <a:cs typeface="Archivo" panose="020B0604020202020204" charset="0"/>
            </a:endParaRP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 Since 2005, 34 countries have been caught or suspected of sponsoring cyber operations with politics.  Iran, North Korea, China, and Russia with over 77% of suspected operations. </a:t>
            </a:r>
          </a:p>
        </p:txBody>
      </p:sp>
      <p:pic>
        <p:nvPicPr>
          <p:cNvPr id="4" name="Picture 3">
            <a:extLst>
              <a:ext uri="{FF2B5EF4-FFF2-40B4-BE49-F238E27FC236}">
                <a16:creationId xmlns:a16="http://schemas.microsoft.com/office/drawing/2014/main" id="{1F51CE80-D07C-1DF5-CDB0-D7E036143DE1}"/>
              </a:ext>
            </a:extLst>
          </p:cNvPr>
          <p:cNvPicPr>
            <a:picLocks noChangeAspect="1"/>
          </p:cNvPicPr>
          <p:nvPr/>
        </p:nvPicPr>
        <p:blipFill>
          <a:blip r:embed="rId3"/>
          <a:stretch>
            <a:fillRect/>
          </a:stretch>
        </p:blipFill>
        <p:spPr>
          <a:xfrm>
            <a:off x="6026850" y="1646877"/>
            <a:ext cx="2612862" cy="1849745"/>
          </a:xfrm>
          <a:prstGeom prst="rect">
            <a:avLst/>
          </a:prstGeom>
        </p:spPr>
      </p:pic>
    </p:spTree>
    <p:extLst>
      <p:ext uri="{BB962C8B-B14F-4D97-AF65-F5344CB8AC3E}">
        <p14:creationId xmlns:p14="http://schemas.microsoft.com/office/powerpoint/2010/main" val="2634382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CE21ACA4-B452-7B6B-C078-B8370CD7E8B9}"/>
            </a:ext>
          </a:extLst>
        </p:cNvPr>
        <p:cNvGrpSpPr/>
        <p:nvPr/>
      </p:nvGrpSpPr>
      <p:grpSpPr>
        <a:xfrm>
          <a:off x="0" y="0"/>
          <a:ext cx="0" cy="0"/>
          <a:chOff x="0" y="0"/>
          <a:chExt cx="0" cy="0"/>
        </a:xfrm>
      </p:grpSpPr>
      <p:sp>
        <p:nvSpPr>
          <p:cNvPr id="325" name="Google Shape;325;p40">
            <a:extLst>
              <a:ext uri="{FF2B5EF4-FFF2-40B4-BE49-F238E27FC236}">
                <a16:creationId xmlns:a16="http://schemas.microsoft.com/office/drawing/2014/main" id="{F9A29AD1-F207-9BC0-27EB-A5BC2CB5BF5A}"/>
              </a:ext>
            </a:extLst>
          </p:cNvPr>
          <p:cNvSpPr txBox="1">
            <a:spLocks noGrp="1"/>
          </p:cNvSpPr>
          <p:nvPr>
            <p:ph type="title" idx="9"/>
          </p:nvPr>
        </p:nvSpPr>
        <p:spPr>
          <a:xfrm>
            <a:off x="726276" y="116951"/>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a:t>
            </a:r>
            <a:r>
              <a:rPr lang="en" dirty="0">
                <a:solidFill>
                  <a:schemeClr val="dk1"/>
                </a:solidFill>
                <a:latin typeface="Encode Sans Medium"/>
                <a:sym typeface="Encode Sans Medium"/>
              </a:rPr>
              <a:t>Threat to N</a:t>
            </a:r>
            <a:r>
              <a:rPr lang="en" dirty="0">
                <a:solidFill>
                  <a:schemeClr val="dk1"/>
                </a:solidFill>
                <a:latin typeface="Encode Sans Medium"/>
                <a:ea typeface="Encode Sans Medium"/>
                <a:cs typeface="Encode Sans Medium"/>
                <a:sym typeface="Encode Sans Medium"/>
              </a:rPr>
              <a:t>ational Soverignties and Security? </a:t>
            </a:r>
            <a:endParaRPr dirty="0">
              <a:solidFill>
                <a:schemeClr val="dk1"/>
              </a:solidFill>
              <a:latin typeface="Encode Sans Medium"/>
              <a:ea typeface="Encode Sans Medium"/>
              <a:cs typeface="Encode Sans Medium"/>
              <a:sym typeface="Encode Sans Medium"/>
            </a:endParaRPr>
          </a:p>
        </p:txBody>
      </p:sp>
      <p:sp>
        <p:nvSpPr>
          <p:cNvPr id="2" name="Google Shape;323;p40">
            <a:extLst>
              <a:ext uri="{FF2B5EF4-FFF2-40B4-BE49-F238E27FC236}">
                <a16:creationId xmlns:a16="http://schemas.microsoft.com/office/drawing/2014/main" id="{68798969-B251-E432-07EB-0E646FFDF9BC}"/>
              </a:ext>
            </a:extLst>
          </p:cNvPr>
          <p:cNvSpPr txBox="1">
            <a:spLocks/>
          </p:cNvSpPr>
          <p:nvPr/>
        </p:nvSpPr>
        <p:spPr>
          <a:xfrm>
            <a:off x="725666" y="1204013"/>
            <a:ext cx="7921430" cy="3730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0" indent="0"/>
            <a:r>
              <a:rPr lang="en-US" sz="1200" dirty="0">
                <a:latin typeface="Archivo" panose="020B0604020202020204" charset="0"/>
                <a:cs typeface="Archivo" panose="020B0604020202020204" charset="0"/>
              </a:rPr>
              <a:t>Anyone concerned about the safety of their country should understand that cyber warfare is 100% a threat to the country's national sovereignty and security.   </a:t>
            </a:r>
          </a:p>
          <a:p>
            <a:pPr marL="0" indent="0"/>
            <a:r>
              <a:rPr lang="en-US" sz="1200" dirty="0">
                <a:latin typeface="Archivo" panose="020B0604020202020204" charset="0"/>
                <a:cs typeface="Archivo" panose="020B0604020202020204" charset="0"/>
              </a:rPr>
              <a:t>The CISA states, “Nation-state actors and nation states sponsored entities pose an elevated threat to our national security.”</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More specifically for the United States of America, the CISA labels the following nation-states as the biggest threat when it comes to cyber warfare.  These are known through their advanced persistent threat activity (ATP). </a:t>
            </a:r>
          </a:p>
          <a:p>
            <a:pPr marL="0" indent="0"/>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rPr>
              <a:t>The Chinese Government – People’s Republic of China (PRC)</a:t>
            </a:r>
          </a:p>
          <a:p>
            <a:pPr marL="0" indent="0"/>
            <a:r>
              <a:rPr lang="en-US" sz="1200" dirty="0">
                <a:latin typeface="Archivo" panose="020B0604020202020204" charset="0"/>
                <a:cs typeface="Archivo" panose="020B0604020202020204" charset="0"/>
              </a:rPr>
              <a:t>Often engages in malicious cyber actives to pursue national interest. </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2) The Iranian Government – Islamic Republic of Iran</a:t>
            </a:r>
          </a:p>
          <a:p>
            <a:pPr marL="0" indent="0"/>
            <a:r>
              <a:rPr lang="en-US" sz="1200" dirty="0">
                <a:latin typeface="Archivo" panose="020B0604020202020204" charset="0"/>
                <a:cs typeface="Archivo" panose="020B0604020202020204" charset="0"/>
              </a:rPr>
              <a:t>Continues to increase cyber capabilities and skills to limit internal political activities and “to harm international adversaries.” </a:t>
            </a:r>
          </a:p>
          <a:p>
            <a:pPr marL="0" indent="0"/>
            <a:endParaRPr lang="en-US" sz="1200" dirty="0">
              <a:latin typeface="Archivo" panose="020B0604020202020204" charset="0"/>
              <a:cs typeface="Archivo" panose="020B0604020202020204" charset="0"/>
            </a:endParaRPr>
          </a:p>
          <a:p>
            <a:pPr marL="228600" indent="-228600">
              <a:buAutoNum type="arabicParenR" startAt="3"/>
            </a:pPr>
            <a:r>
              <a:rPr lang="en-US" sz="1200" dirty="0">
                <a:latin typeface="Archivo" panose="020B0604020202020204" charset="0"/>
                <a:cs typeface="Archivo" panose="020B0604020202020204" charset="0"/>
              </a:rPr>
              <a:t>The North Korean Government – Democratic People’s Republic of Korea (DPRK)</a:t>
            </a:r>
          </a:p>
          <a:p>
            <a:pPr marL="0" indent="0"/>
            <a:r>
              <a:rPr lang="en-US" sz="1200" dirty="0">
                <a:latin typeface="Archivo" panose="020B0604020202020204" charset="0"/>
                <a:cs typeface="Archivo" panose="020B0604020202020204" charset="0"/>
              </a:rPr>
              <a:t>Implements malicious cyber activity to collect information and intelligence, as well as generating revenue. </a:t>
            </a:r>
          </a:p>
          <a:p>
            <a:pPr marL="0" indent="0"/>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4) The Russian Government – Russian Federation </a:t>
            </a:r>
          </a:p>
          <a:p>
            <a:pPr marL="0" indent="0"/>
            <a:r>
              <a:rPr lang="en-US" sz="1200" dirty="0">
                <a:latin typeface="Archivo" panose="020B0604020202020204" charset="0"/>
                <a:cs typeface="Archivo" panose="020B0604020202020204" charset="0"/>
              </a:rPr>
              <a:t>Often conducts attacks for cyber espionage, as well as to suppress political activity. </a:t>
            </a:r>
          </a:p>
        </p:txBody>
      </p:sp>
      <p:grpSp>
        <p:nvGrpSpPr>
          <p:cNvPr id="5" name="Google Shape;10131;p87">
            <a:extLst>
              <a:ext uri="{FF2B5EF4-FFF2-40B4-BE49-F238E27FC236}">
                <a16:creationId xmlns:a16="http://schemas.microsoft.com/office/drawing/2014/main" id="{5A990C8C-4E7F-52C1-9E89-D2A03B404069}"/>
              </a:ext>
            </a:extLst>
          </p:cNvPr>
          <p:cNvGrpSpPr/>
          <p:nvPr/>
        </p:nvGrpSpPr>
        <p:grpSpPr>
          <a:xfrm>
            <a:off x="8016193" y="193226"/>
            <a:ext cx="812177" cy="813765"/>
            <a:chOff x="7992826" y="1517790"/>
            <a:chExt cx="317431" cy="344584"/>
          </a:xfrm>
        </p:grpSpPr>
        <p:sp>
          <p:nvSpPr>
            <p:cNvPr id="6" name="Google Shape;10132;p87">
              <a:extLst>
                <a:ext uri="{FF2B5EF4-FFF2-40B4-BE49-F238E27FC236}">
                  <a16:creationId xmlns:a16="http://schemas.microsoft.com/office/drawing/2014/main" id="{D82C80BE-C229-7E78-6A13-9B56B582598A}"/>
                </a:ext>
              </a:extLst>
            </p:cNvPr>
            <p:cNvSpPr/>
            <p:nvPr/>
          </p:nvSpPr>
          <p:spPr>
            <a:xfrm>
              <a:off x="8021239" y="1517790"/>
              <a:ext cx="289018" cy="289044"/>
            </a:xfrm>
            <a:custGeom>
              <a:avLst/>
              <a:gdLst/>
              <a:ahLst/>
              <a:cxnLst/>
              <a:rect l="l" t="t" r="r" b="b"/>
              <a:pathLst>
                <a:path w="11006" h="11007" extrusionOk="0">
                  <a:moveTo>
                    <a:pt x="5503" y="0"/>
                  </a:moveTo>
                  <a:cubicBezTo>
                    <a:pt x="2469" y="0"/>
                    <a:pt x="0" y="2460"/>
                    <a:pt x="0" y="5503"/>
                  </a:cubicBezTo>
                  <a:cubicBezTo>
                    <a:pt x="0" y="8537"/>
                    <a:pt x="2469" y="11006"/>
                    <a:pt x="5503" y="11006"/>
                  </a:cubicBezTo>
                  <a:cubicBezTo>
                    <a:pt x="8546" y="11006"/>
                    <a:pt x="11006" y="8537"/>
                    <a:pt x="11006" y="5503"/>
                  </a:cubicBezTo>
                  <a:cubicBezTo>
                    <a:pt x="11006" y="2460"/>
                    <a:pt x="8546" y="0"/>
                    <a:pt x="5503" y="0"/>
                  </a:cubicBezTo>
                  <a:close/>
                </a:path>
              </a:pathLst>
            </a:custGeom>
            <a:solidFill>
              <a:srgbClr val="819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0133;p87">
              <a:extLst>
                <a:ext uri="{FF2B5EF4-FFF2-40B4-BE49-F238E27FC236}">
                  <a16:creationId xmlns:a16="http://schemas.microsoft.com/office/drawing/2014/main" id="{E79AF41B-96CD-66A6-66D0-352A155076A0}"/>
                </a:ext>
              </a:extLst>
            </p:cNvPr>
            <p:cNvSpPr/>
            <p:nvPr/>
          </p:nvSpPr>
          <p:spPr>
            <a:xfrm>
              <a:off x="7992826" y="1520810"/>
              <a:ext cx="274706" cy="285866"/>
            </a:xfrm>
            <a:custGeom>
              <a:avLst/>
              <a:gdLst/>
              <a:ahLst/>
              <a:cxnLst/>
              <a:rect l="l" t="t" r="r" b="b"/>
              <a:pathLst>
                <a:path w="10461" h="10886" extrusionOk="0">
                  <a:moveTo>
                    <a:pt x="5465" y="0"/>
                  </a:moveTo>
                  <a:cubicBezTo>
                    <a:pt x="1857" y="747"/>
                    <a:pt x="1" y="4757"/>
                    <a:pt x="1742" y="7991"/>
                  </a:cubicBezTo>
                  <a:cubicBezTo>
                    <a:pt x="2758" y="9878"/>
                    <a:pt x="4665" y="10885"/>
                    <a:pt x="6597" y="10885"/>
                  </a:cubicBezTo>
                  <a:cubicBezTo>
                    <a:pt x="7978" y="10885"/>
                    <a:pt x="9372" y="10370"/>
                    <a:pt x="10461" y="9293"/>
                  </a:cubicBezTo>
                  <a:lnTo>
                    <a:pt x="10461" y="9293"/>
                  </a:lnTo>
                  <a:cubicBezTo>
                    <a:pt x="10088" y="9370"/>
                    <a:pt x="9714" y="9408"/>
                    <a:pt x="9341" y="9408"/>
                  </a:cubicBezTo>
                  <a:cubicBezTo>
                    <a:pt x="7111" y="9408"/>
                    <a:pt x="5102" y="8058"/>
                    <a:pt x="4250" y="6001"/>
                  </a:cubicBezTo>
                  <a:cubicBezTo>
                    <a:pt x="3398" y="3934"/>
                    <a:pt x="3877" y="1570"/>
                    <a:pt x="5465" y="0"/>
                  </a:cubicBezTo>
                  <a:close/>
                </a:path>
              </a:pathLst>
            </a:custGeom>
            <a:solidFill>
              <a:srgbClr val="6E8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0134;p87">
              <a:extLst>
                <a:ext uri="{FF2B5EF4-FFF2-40B4-BE49-F238E27FC236}">
                  <a16:creationId xmlns:a16="http://schemas.microsoft.com/office/drawing/2014/main" id="{1E73A91B-4A69-4756-136B-6A355A28D3DF}"/>
                </a:ext>
              </a:extLst>
            </p:cNvPr>
            <p:cNvSpPr/>
            <p:nvPr/>
          </p:nvSpPr>
          <p:spPr>
            <a:xfrm>
              <a:off x="8021476" y="1517790"/>
              <a:ext cx="288781" cy="288781"/>
            </a:xfrm>
            <a:custGeom>
              <a:avLst/>
              <a:gdLst/>
              <a:ahLst/>
              <a:cxnLst/>
              <a:rect l="l" t="t" r="r" b="b"/>
              <a:pathLst>
                <a:path w="10997" h="10997" extrusionOk="0">
                  <a:moveTo>
                    <a:pt x="5283" y="10"/>
                  </a:moveTo>
                  <a:lnTo>
                    <a:pt x="5283" y="2326"/>
                  </a:lnTo>
                  <a:lnTo>
                    <a:pt x="2728" y="2326"/>
                  </a:lnTo>
                  <a:cubicBezTo>
                    <a:pt x="3312" y="1005"/>
                    <a:pt x="4231" y="115"/>
                    <a:pt x="5283" y="10"/>
                  </a:cubicBezTo>
                  <a:close/>
                  <a:moveTo>
                    <a:pt x="5705" y="10"/>
                  </a:moveTo>
                  <a:cubicBezTo>
                    <a:pt x="6757" y="115"/>
                    <a:pt x="7686" y="1005"/>
                    <a:pt x="8260" y="2326"/>
                  </a:cubicBezTo>
                  <a:lnTo>
                    <a:pt x="5705" y="2326"/>
                  </a:lnTo>
                  <a:lnTo>
                    <a:pt x="5705" y="10"/>
                  </a:lnTo>
                  <a:close/>
                  <a:moveTo>
                    <a:pt x="5283" y="2747"/>
                  </a:moveTo>
                  <a:lnTo>
                    <a:pt x="5283" y="5293"/>
                  </a:lnTo>
                  <a:lnTo>
                    <a:pt x="2116" y="5293"/>
                  </a:lnTo>
                  <a:cubicBezTo>
                    <a:pt x="2125" y="4422"/>
                    <a:pt x="2278" y="3570"/>
                    <a:pt x="2565" y="2747"/>
                  </a:cubicBezTo>
                  <a:close/>
                  <a:moveTo>
                    <a:pt x="8423" y="2747"/>
                  </a:moveTo>
                  <a:cubicBezTo>
                    <a:pt x="8710" y="3570"/>
                    <a:pt x="8863" y="4422"/>
                    <a:pt x="8882" y="5293"/>
                  </a:cubicBezTo>
                  <a:lnTo>
                    <a:pt x="5705" y="5293"/>
                  </a:lnTo>
                  <a:lnTo>
                    <a:pt x="5705" y="2747"/>
                  </a:lnTo>
                  <a:close/>
                  <a:moveTo>
                    <a:pt x="5283" y="5714"/>
                  </a:moveTo>
                  <a:lnTo>
                    <a:pt x="5283" y="8250"/>
                  </a:lnTo>
                  <a:lnTo>
                    <a:pt x="2565" y="8250"/>
                  </a:lnTo>
                  <a:cubicBezTo>
                    <a:pt x="2278" y="7437"/>
                    <a:pt x="2125" y="6575"/>
                    <a:pt x="2116" y="5714"/>
                  </a:cubicBezTo>
                  <a:close/>
                  <a:moveTo>
                    <a:pt x="8882" y="5714"/>
                  </a:moveTo>
                  <a:cubicBezTo>
                    <a:pt x="8863" y="6575"/>
                    <a:pt x="8710" y="7437"/>
                    <a:pt x="8423" y="8250"/>
                  </a:cubicBezTo>
                  <a:lnTo>
                    <a:pt x="5705" y="8250"/>
                  </a:lnTo>
                  <a:lnTo>
                    <a:pt x="5705" y="5714"/>
                  </a:lnTo>
                  <a:close/>
                  <a:moveTo>
                    <a:pt x="5283" y="0"/>
                  </a:moveTo>
                  <a:cubicBezTo>
                    <a:pt x="4728" y="29"/>
                    <a:pt x="4183" y="125"/>
                    <a:pt x="3657" y="316"/>
                  </a:cubicBezTo>
                  <a:cubicBezTo>
                    <a:pt x="3092" y="795"/>
                    <a:pt x="2623" y="1493"/>
                    <a:pt x="2278" y="2326"/>
                  </a:cubicBezTo>
                  <a:lnTo>
                    <a:pt x="1006" y="2326"/>
                  </a:lnTo>
                  <a:cubicBezTo>
                    <a:pt x="910" y="2460"/>
                    <a:pt x="814" y="2604"/>
                    <a:pt x="728" y="2747"/>
                  </a:cubicBezTo>
                  <a:lnTo>
                    <a:pt x="2125" y="2747"/>
                  </a:lnTo>
                  <a:cubicBezTo>
                    <a:pt x="1848" y="3570"/>
                    <a:pt x="1704" y="4422"/>
                    <a:pt x="1695" y="5293"/>
                  </a:cubicBezTo>
                  <a:lnTo>
                    <a:pt x="1" y="5293"/>
                  </a:lnTo>
                  <a:lnTo>
                    <a:pt x="1" y="5503"/>
                  </a:lnTo>
                  <a:lnTo>
                    <a:pt x="1" y="5714"/>
                  </a:lnTo>
                  <a:lnTo>
                    <a:pt x="1695" y="5714"/>
                  </a:lnTo>
                  <a:cubicBezTo>
                    <a:pt x="1704" y="6575"/>
                    <a:pt x="1848" y="7427"/>
                    <a:pt x="2125" y="8250"/>
                  </a:cubicBezTo>
                  <a:lnTo>
                    <a:pt x="728" y="8250"/>
                  </a:lnTo>
                  <a:cubicBezTo>
                    <a:pt x="814" y="8394"/>
                    <a:pt x="910" y="8537"/>
                    <a:pt x="1006" y="8671"/>
                  </a:cubicBezTo>
                  <a:lnTo>
                    <a:pt x="2278" y="8671"/>
                  </a:lnTo>
                  <a:cubicBezTo>
                    <a:pt x="2623" y="9513"/>
                    <a:pt x="3092" y="10202"/>
                    <a:pt x="3647" y="10690"/>
                  </a:cubicBezTo>
                  <a:cubicBezTo>
                    <a:pt x="4173" y="10872"/>
                    <a:pt x="4728" y="10978"/>
                    <a:pt x="5283" y="10997"/>
                  </a:cubicBezTo>
                  <a:cubicBezTo>
                    <a:pt x="4231" y="10882"/>
                    <a:pt x="3312" y="9992"/>
                    <a:pt x="2728" y="8671"/>
                  </a:cubicBezTo>
                  <a:lnTo>
                    <a:pt x="5283" y="8671"/>
                  </a:lnTo>
                  <a:lnTo>
                    <a:pt x="5283" y="10997"/>
                  </a:lnTo>
                  <a:lnTo>
                    <a:pt x="5705" y="10997"/>
                  </a:lnTo>
                  <a:lnTo>
                    <a:pt x="5705" y="10987"/>
                  </a:lnTo>
                  <a:lnTo>
                    <a:pt x="5705" y="8671"/>
                  </a:lnTo>
                  <a:lnTo>
                    <a:pt x="8260" y="8671"/>
                  </a:lnTo>
                  <a:cubicBezTo>
                    <a:pt x="7686" y="9992"/>
                    <a:pt x="6757" y="10882"/>
                    <a:pt x="5705" y="10997"/>
                  </a:cubicBezTo>
                  <a:cubicBezTo>
                    <a:pt x="6260" y="10978"/>
                    <a:pt x="6815" y="10872"/>
                    <a:pt x="7341" y="10690"/>
                  </a:cubicBezTo>
                  <a:cubicBezTo>
                    <a:pt x="7896" y="10212"/>
                    <a:pt x="8365" y="9513"/>
                    <a:pt x="8710" y="8671"/>
                  </a:cubicBezTo>
                  <a:lnTo>
                    <a:pt x="9992" y="8671"/>
                  </a:lnTo>
                  <a:cubicBezTo>
                    <a:pt x="10088" y="8537"/>
                    <a:pt x="10174" y="8394"/>
                    <a:pt x="10260" y="8250"/>
                  </a:cubicBezTo>
                  <a:lnTo>
                    <a:pt x="8872" y="8250"/>
                  </a:lnTo>
                  <a:cubicBezTo>
                    <a:pt x="9140" y="7427"/>
                    <a:pt x="9284" y="6575"/>
                    <a:pt x="9303" y="5714"/>
                  </a:cubicBezTo>
                  <a:lnTo>
                    <a:pt x="10997" y="5714"/>
                  </a:lnTo>
                  <a:lnTo>
                    <a:pt x="10997" y="5503"/>
                  </a:lnTo>
                  <a:lnTo>
                    <a:pt x="10997" y="5293"/>
                  </a:lnTo>
                  <a:lnTo>
                    <a:pt x="9303" y="5293"/>
                  </a:lnTo>
                  <a:cubicBezTo>
                    <a:pt x="9284" y="4422"/>
                    <a:pt x="9140" y="3570"/>
                    <a:pt x="8872" y="2747"/>
                  </a:cubicBezTo>
                  <a:lnTo>
                    <a:pt x="10260" y="2747"/>
                  </a:lnTo>
                  <a:cubicBezTo>
                    <a:pt x="10174" y="2604"/>
                    <a:pt x="10088" y="2460"/>
                    <a:pt x="9992" y="2326"/>
                  </a:cubicBezTo>
                  <a:lnTo>
                    <a:pt x="8710" y="2326"/>
                  </a:lnTo>
                  <a:cubicBezTo>
                    <a:pt x="8365" y="1484"/>
                    <a:pt x="7896" y="795"/>
                    <a:pt x="7341" y="316"/>
                  </a:cubicBezTo>
                  <a:cubicBezTo>
                    <a:pt x="6815" y="125"/>
                    <a:pt x="6260" y="29"/>
                    <a:pt x="5705" y="0"/>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0135;p87">
              <a:extLst>
                <a:ext uri="{FF2B5EF4-FFF2-40B4-BE49-F238E27FC236}">
                  <a16:creationId xmlns:a16="http://schemas.microsoft.com/office/drawing/2014/main" id="{012FAE75-2F3E-6CD0-EDCF-5BBEB52EC2B4}"/>
                </a:ext>
              </a:extLst>
            </p:cNvPr>
            <p:cNvSpPr/>
            <p:nvPr/>
          </p:nvSpPr>
          <p:spPr>
            <a:xfrm>
              <a:off x="8021476" y="1520810"/>
              <a:ext cx="217932" cy="285761"/>
            </a:xfrm>
            <a:custGeom>
              <a:avLst/>
              <a:gdLst/>
              <a:ahLst/>
              <a:cxnLst/>
              <a:rect l="l" t="t" r="r" b="b"/>
              <a:pathLst>
                <a:path w="8299" h="10882" extrusionOk="0">
                  <a:moveTo>
                    <a:pt x="4365" y="0"/>
                  </a:moveTo>
                  <a:cubicBezTo>
                    <a:pt x="4125" y="48"/>
                    <a:pt x="3886" y="115"/>
                    <a:pt x="3657" y="201"/>
                  </a:cubicBezTo>
                  <a:cubicBezTo>
                    <a:pt x="3101" y="680"/>
                    <a:pt x="2632" y="1378"/>
                    <a:pt x="2288" y="2211"/>
                  </a:cubicBezTo>
                  <a:lnTo>
                    <a:pt x="1006" y="2211"/>
                  </a:lnTo>
                  <a:cubicBezTo>
                    <a:pt x="910" y="2345"/>
                    <a:pt x="814" y="2489"/>
                    <a:pt x="738" y="2632"/>
                  </a:cubicBezTo>
                  <a:lnTo>
                    <a:pt x="2125" y="2632"/>
                  </a:lnTo>
                  <a:cubicBezTo>
                    <a:pt x="1857" y="3455"/>
                    <a:pt x="1704" y="4307"/>
                    <a:pt x="1695" y="5178"/>
                  </a:cubicBezTo>
                  <a:lnTo>
                    <a:pt x="1" y="5178"/>
                  </a:lnTo>
                  <a:lnTo>
                    <a:pt x="1" y="5388"/>
                  </a:lnTo>
                  <a:lnTo>
                    <a:pt x="1" y="5599"/>
                  </a:lnTo>
                  <a:lnTo>
                    <a:pt x="1695" y="5599"/>
                  </a:lnTo>
                  <a:cubicBezTo>
                    <a:pt x="1704" y="6460"/>
                    <a:pt x="1857" y="7322"/>
                    <a:pt x="2125" y="8135"/>
                  </a:cubicBezTo>
                  <a:lnTo>
                    <a:pt x="738" y="8135"/>
                  </a:lnTo>
                  <a:cubicBezTo>
                    <a:pt x="814" y="8279"/>
                    <a:pt x="910" y="8422"/>
                    <a:pt x="1006" y="8566"/>
                  </a:cubicBezTo>
                  <a:lnTo>
                    <a:pt x="2278" y="8566"/>
                  </a:lnTo>
                  <a:cubicBezTo>
                    <a:pt x="2623" y="9398"/>
                    <a:pt x="3092" y="10087"/>
                    <a:pt x="3647" y="10575"/>
                  </a:cubicBezTo>
                  <a:cubicBezTo>
                    <a:pt x="4173" y="10757"/>
                    <a:pt x="4728" y="10863"/>
                    <a:pt x="5283" y="10882"/>
                  </a:cubicBezTo>
                  <a:cubicBezTo>
                    <a:pt x="4231" y="10767"/>
                    <a:pt x="3312" y="9877"/>
                    <a:pt x="2728" y="8566"/>
                  </a:cubicBezTo>
                  <a:lnTo>
                    <a:pt x="5283" y="8566"/>
                  </a:lnTo>
                  <a:lnTo>
                    <a:pt x="5283" y="10882"/>
                  </a:lnTo>
                  <a:lnTo>
                    <a:pt x="5705" y="10882"/>
                  </a:lnTo>
                  <a:cubicBezTo>
                    <a:pt x="6260" y="10863"/>
                    <a:pt x="6815" y="10757"/>
                    <a:pt x="7341" y="10575"/>
                  </a:cubicBezTo>
                  <a:cubicBezTo>
                    <a:pt x="7714" y="10241"/>
                    <a:pt x="8040" y="9839"/>
                    <a:pt x="8298" y="9408"/>
                  </a:cubicBezTo>
                  <a:lnTo>
                    <a:pt x="8250" y="9408"/>
                  </a:lnTo>
                  <a:cubicBezTo>
                    <a:pt x="8097" y="9408"/>
                    <a:pt x="7954" y="9398"/>
                    <a:pt x="7810" y="9389"/>
                  </a:cubicBezTo>
                  <a:cubicBezTo>
                    <a:pt x="7255" y="10241"/>
                    <a:pt x="6518" y="10796"/>
                    <a:pt x="5705" y="10872"/>
                  </a:cubicBezTo>
                  <a:lnTo>
                    <a:pt x="5705" y="8786"/>
                  </a:lnTo>
                  <a:cubicBezTo>
                    <a:pt x="5360" y="8604"/>
                    <a:pt x="5035" y="8384"/>
                    <a:pt x="4728" y="8135"/>
                  </a:cubicBezTo>
                  <a:lnTo>
                    <a:pt x="2565" y="8135"/>
                  </a:lnTo>
                  <a:cubicBezTo>
                    <a:pt x="2278" y="7322"/>
                    <a:pt x="2125" y="6460"/>
                    <a:pt x="2116" y="5599"/>
                  </a:cubicBezTo>
                  <a:lnTo>
                    <a:pt x="3015" y="5599"/>
                  </a:lnTo>
                  <a:cubicBezTo>
                    <a:pt x="2967" y="5455"/>
                    <a:pt x="2929" y="5312"/>
                    <a:pt x="2891" y="5168"/>
                  </a:cubicBezTo>
                  <a:lnTo>
                    <a:pt x="2116" y="5168"/>
                  </a:lnTo>
                  <a:cubicBezTo>
                    <a:pt x="2125" y="4307"/>
                    <a:pt x="2278" y="3455"/>
                    <a:pt x="2565" y="2632"/>
                  </a:cubicBezTo>
                  <a:lnTo>
                    <a:pt x="2891" y="2632"/>
                  </a:lnTo>
                  <a:cubicBezTo>
                    <a:pt x="2929" y="2489"/>
                    <a:pt x="2967" y="2345"/>
                    <a:pt x="3015" y="2211"/>
                  </a:cubicBezTo>
                  <a:lnTo>
                    <a:pt x="2728" y="2211"/>
                  </a:lnTo>
                  <a:cubicBezTo>
                    <a:pt x="2996" y="1579"/>
                    <a:pt x="3389" y="1015"/>
                    <a:pt x="3886" y="546"/>
                  </a:cubicBezTo>
                  <a:cubicBezTo>
                    <a:pt x="4039" y="354"/>
                    <a:pt x="4192" y="173"/>
                    <a:pt x="436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0136;p87">
              <a:extLst>
                <a:ext uri="{FF2B5EF4-FFF2-40B4-BE49-F238E27FC236}">
                  <a16:creationId xmlns:a16="http://schemas.microsoft.com/office/drawing/2014/main" id="{044ACACF-4263-C941-6EFE-19019C6C2E20}"/>
                </a:ext>
              </a:extLst>
            </p:cNvPr>
            <p:cNvSpPr/>
            <p:nvPr/>
          </p:nvSpPr>
          <p:spPr>
            <a:xfrm>
              <a:off x="8071238" y="1795752"/>
              <a:ext cx="189019" cy="66622"/>
            </a:xfrm>
            <a:custGeom>
              <a:avLst/>
              <a:gdLst/>
              <a:ahLst/>
              <a:cxnLst/>
              <a:rect l="l" t="t" r="r" b="b"/>
              <a:pathLst>
                <a:path w="7198" h="2537" extrusionOk="0">
                  <a:moveTo>
                    <a:pt x="2326" y="0"/>
                  </a:moveTo>
                  <a:lnTo>
                    <a:pt x="556" y="641"/>
                  </a:lnTo>
                  <a:cubicBezTo>
                    <a:pt x="221" y="756"/>
                    <a:pt x="1" y="1082"/>
                    <a:pt x="1" y="1436"/>
                  </a:cubicBezTo>
                  <a:lnTo>
                    <a:pt x="1" y="2326"/>
                  </a:lnTo>
                  <a:cubicBezTo>
                    <a:pt x="1" y="2441"/>
                    <a:pt x="96" y="2536"/>
                    <a:pt x="211" y="2536"/>
                  </a:cubicBezTo>
                  <a:lnTo>
                    <a:pt x="6987" y="2536"/>
                  </a:lnTo>
                  <a:cubicBezTo>
                    <a:pt x="7102" y="2536"/>
                    <a:pt x="7197" y="2441"/>
                    <a:pt x="7197" y="2326"/>
                  </a:cubicBezTo>
                  <a:lnTo>
                    <a:pt x="7197" y="1436"/>
                  </a:lnTo>
                  <a:cubicBezTo>
                    <a:pt x="7197" y="1082"/>
                    <a:pt x="6977" y="756"/>
                    <a:pt x="6642" y="641"/>
                  </a:cubicBezTo>
                  <a:lnTo>
                    <a:pt x="4872" y="0"/>
                  </a:lnTo>
                  <a:lnTo>
                    <a:pt x="3599" y="421"/>
                  </a:lnTo>
                  <a:lnTo>
                    <a:pt x="232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0137;p87">
              <a:extLst>
                <a:ext uri="{FF2B5EF4-FFF2-40B4-BE49-F238E27FC236}">
                  <a16:creationId xmlns:a16="http://schemas.microsoft.com/office/drawing/2014/main" id="{1CDDD103-E3F3-0B60-F19F-8797CB4FC12E}"/>
                </a:ext>
              </a:extLst>
            </p:cNvPr>
            <p:cNvSpPr/>
            <p:nvPr/>
          </p:nvSpPr>
          <p:spPr>
            <a:xfrm>
              <a:off x="8154666" y="1817863"/>
              <a:ext cx="22163" cy="44511"/>
            </a:xfrm>
            <a:custGeom>
              <a:avLst/>
              <a:gdLst/>
              <a:ahLst/>
              <a:cxnLst/>
              <a:rect l="l" t="t" r="r" b="b"/>
              <a:pathLst>
                <a:path w="844" h="1695" extrusionOk="0">
                  <a:moveTo>
                    <a:pt x="202" y="0"/>
                  </a:moveTo>
                  <a:lnTo>
                    <a:pt x="1" y="1694"/>
                  </a:lnTo>
                  <a:lnTo>
                    <a:pt x="843" y="1694"/>
                  </a:lnTo>
                  <a:lnTo>
                    <a:pt x="642" y="0"/>
                  </a:ln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0138;p87">
              <a:extLst>
                <a:ext uri="{FF2B5EF4-FFF2-40B4-BE49-F238E27FC236}">
                  <a16:creationId xmlns:a16="http://schemas.microsoft.com/office/drawing/2014/main" id="{24D0229A-D083-DF88-51AC-827CDC8C10C8}"/>
                </a:ext>
              </a:extLst>
            </p:cNvPr>
            <p:cNvSpPr/>
            <p:nvPr/>
          </p:nvSpPr>
          <p:spPr>
            <a:xfrm>
              <a:off x="8155927" y="1806807"/>
              <a:ext cx="19642" cy="18618"/>
            </a:xfrm>
            <a:custGeom>
              <a:avLst/>
              <a:gdLst/>
              <a:ahLst/>
              <a:cxnLst/>
              <a:rect l="l" t="t" r="r" b="b"/>
              <a:pathLst>
                <a:path w="748" h="709" extrusionOk="0">
                  <a:moveTo>
                    <a:pt x="1" y="0"/>
                  </a:moveTo>
                  <a:lnTo>
                    <a:pt x="1" y="565"/>
                  </a:lnTo>
                  <a:cubicBezTo>
                    <a:pt x="1" y="641"/>
                    <a:pt x="68" y="708"/>
                    <a:pt x="154" y="708"/>
                  </a:cubicBezTo>
                  <a:lnTo>
                    <a:pt x="594" y="708"/>
                  </a:lnTo>
                  <a:cubicBezTo>
                    <a:pt x="680" y="708"/>
                    <a:pt x="747" y="641"/>
                    <a:pt x="747" y="565"/>
                  </a:cubicBezTo>
                  <a:lnTo>
                    <a:pt x="747"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0139;p87">
              <a:extLst>
                <a:ext uri="{FF2B5EF4-FFF2-40B4-BE49-F238E27FC236}">
                  <a16:creationId xmlns:a16="http://schemas.microsoft.com/office/drawing/2014/main" id="{1440E591-D402-2549-259C-3A87F287A282}"/>
                </a:ext>
              </a:extLst>
            </p:cNvPr>
            <p:cNvSpPr/>
            <p:nvPr/>
          </p:nvSpPr>
          <p:spPr>
            <a:xfrm>
              <a:off x="8226803" y="1818362"/>
              <a:ext cx="33455" cy="44012"/>
            </a:xfrm>
            <a:custGeom>
              <a:avLst/>
              <a:gdLst/>
              <a:ahLst/>
              <a:cxnLst/>
              <a:rect l="l" t="t" r="r" b="b"/>
              <a:pathLst>
                <a:path w="1274" h="1676" extrusionOk="0">
                  <a:moveTo>
                    <a:pt x="1044" y="1"/>
                  </a:moveTo>
                  <a:lnTo>
                    <a:pt x="249" y="795"/>
                  </a:lnTo>
                  <a:cubicBezTo>
                    <a:pt x="96" y="958"/>
                    <a:pt x="1" y="1168"/>
                    <a:pt x="1" y="1398"/>
                  </a:cubicBezTo>
                  <a:lnTo>
                    <a:pt x="1" y="1675"/>
                  </a:lnTo>
                  <a:lnTo>
                    <a:pt x="1063" y="1675"/>
                  </a:lnTo>
                  <a:cubicBezTo>
                    <a:pt x="1178" y="1675"/>
                    <a:pt x="1273" y="1580"/>
                    <a:pt x="1273" y="1465"/>
                  </a:cubicBezTo>
                  <a:lnTo>
                    <a:pt x="1273" y="575"/>
                  </a:lnTo>
                  <a:cubicBezTo>
                    <a:pt x="1273" y="364"/>
                    <a:pt x="1197" y="154"/>
                    <a:pt x="1044" y="1"/>
                  </a:cubicBezTo>
                  <a:close/>
                </a:path>
              </a:pathLst>
            </a:custGeom>
            <a:solidFill>
              <a:srgbClr val="C5D1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0140;p87">
              <a:extLst>
                <a:ext uri="{FF2B5EF4-FFF2-40B4-BE49-F238E27FC236}">
                  <a16:creationId xmlns:a16="http://schemas.microsoft.com/office/drawing/2014/main" id="{9B8F087C-20B5-B42E-C459-4DBBE6387DF6}"/>
                </a:ext>
              </a:extLst>
            </p:cNvPr>
            <p:cNvSpPr/>
            <p:nvPr/>
          </p:nvSpPr>
          <p:spPr>
            <a:xfrm>
              <a:off x="8104667" y="1623329"/>
              <a:ext cx="122162" cy="88995"/>
            </a:xfrm>
            <a:custGeom>
              <a:avLst/>
              <a:gdLst/>
              <a:ahLst/>
              <a:cxnLst/>
              <a:rect l="l" t="t" r="r" b="b"/>
              <a:pathLst>
                <a:path w="4652" h="3389" extrusionOk="0">
                  <a:moveTo>
                    <a:pt x="1694" y="1"/>
                  </a:moveTo>
                  <a:cubicBezTo>
                    <a:pt x="756" y="1"/>
                    <a:pt x="0" y="757"/>
                    <a:pt x="0" y="1695"/>
                  </a:cubicBezTo>
                  <a:lnTo>
                    <a:pt x="0" y="2193"/>
                  </a:lnTo>
                  <a:cubicBezTo>
                    <a:pt x="0" y="2422"/>
                    <a:pt x="39" y="2652"/>
                    <a:pt x="106" y="2863"/>
                  </a:cubicBezTo>
                  <a:lnTo>
                    <a:pt x="182" y="3073"/>
                  </a:lnTo>
                  <a:cubicBezTo>
                    <a:pt x="201" y="3140"/>
                    <a:pt x="211" y="3207"/>
                    <a:pt x="211" y="3274"/>
                  </a:cubicBezTo>
                  <a:lnTo>
                    <a:pt x="211" y="3389"/>
                  </a:lnTo>
                  <a:lnTo>
                    <a:pt x="4441" y="3389"/>
                  </a:lnTo>
                  <a:lnTo>
                    <a:pt x="4441" y="3274"/>
                  </a:lnTo>
                  <a:cubicBezTo>
                    <a:pt x="4441" y="3207"/>
                    <a:pt x="4460" y="3140"/>
                    <a:pt x="4479" y="3073"/>
                  </a:cubicBezTo>
                  <a:lnTo>
                    <a:pt x="4546" y="2863"/>
                  </a:lnTo>
                  <a:cubicBezTo>
                    <a:pt x="4623" y="2652"/>
                    <a:pt x="4652" y="2422"/>
                    <a:pt x="4652" y="2193"/>
                  </a:cubicBezTo>
                  <a:lnTo>
                    <a:pt x="4652" y="422"/>
                  </a:lnTo>
                  <a:cubicBezTo>
                    <a:pt x="4652" y="192"/>
                    <a:pt x="4470" y="1"/>
                    <a:pt x="42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0141;p87">
              <a:extLst>
                <a:ext uri="{FF2B5EF4-FFF2-40B4-BE49-F238E27FC236}">
                  <a16:creationId xmlns:a16="http://schemas.microsoft.com/office/drawing/2014/main" id="{1102310A-5073-DCD9-7F01-0C560036C5F4}"/>
                </a:ext>
              </a:extLst>
            </p:cNvPr>
            <p:cNvSpPr/>
            <p:nvPr/>
          </p:nvSpPr>
          <p:spPr>
            <a:xfrm>
              <a:off x="8132319" y="1623329"/>
              <a:ext cx="94772" cy="88995"/>
            </a:xfrm>
            <a:custGeom>
              <a:avLst/>
              <a:gdLst/>
              <a:ahLst/>
              <a:cxnLst/>
              <a:rect l="l" t="t" r="r" b="b"/>
              <a:pathLst>
                <a:path w="3609" h="3389" extrusionOk="0">
                  <a:moveTo>
                    <a:pt x="871" y="1"/>
                  </a:moveTo>
                  <a:cubicBezTo>
                    <a:pt x="393" y="1"/>
                    <a:pt x="0" y="384"/>
                    <a:pt x="10" y="862"/>
                  </a:cubicBezTo>
                  <a:cubicBezTo>
                    <a:pt x="10" y="1331"/>
                    <a:pt x="393" y="1724"/>
                    <a:pt x="861" y="1724"/>
                  </a:cubicBezTo>
                  <a:lnTo>
                    <a:pt x="986" y="1724"/>
                  </a:lnTo>
                  <a:lnTo>
                    <a:pt x="1043" y="3389"/>
                  </a:lnTo>
                  <a:lnTo>
                    <a:pt x="3398" y="3389"/>
                  </a:lnTo>
                  <a:lnTo>
                    <a:pt x="3398" y="3274"/>
                  </a:lnTo>
                  <a:cubicBezTo>
                    <a:pt x="3388" y="3207"/>
                    <a:pt x="3407" y="3140"/>
                    <a:pt x="3426" y="3073"/>
                  </a:cubicBezTo>
                  <a:lnTo>
                    <a:pt x="3493" y="2863"/>
                  </a:lnTo>
                  <a:cubicBezTo>
                    <a:pt x="3570" y="2652"/>
                    <a:pt x="3608" y="2422"/>
                    <a:pt x="3608" y="2193"/>
                  </a:cubicBezTo>
                  <a:lnTo>
                    <a:pt x="3608" y="422"/>
                  </a:lnTo>
                  <a:cubicBezTo>
                    <a:pt x="3608" y="192"/>
                    <a:pt x="3417" y="1"/>
                    <a:pt x="31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0142;p87">
              <a:extLst>
                <a:ext uri="{FF2B5EF4-FFF2-40B4-BE49-F238E27FC236}">
                  <a16:creationId xmlns:a16="http://schemas.microsoft.com/office/drawing/2014/main" id="{C5F09EA6-5E41-1C69-4FE9-1260CB82683A}"/>
                </a:ext>
              </a:extLst>
            </p:cNvPr>
            <p:cNvSpPr/>
            <p:nvPr/>
          </p:nvSpPr>
          <p:spPr>
            <a:xfrm>
              <a:off x="8132556" y="1756782"/>
              <a:ext cx="66622" cy="50052"/>
            </a:xfrm>
            <a:custGeom>
              <a:avLst/>
              <a:gdLst/>
              <a:ahLst/>
              <a:cxnLst/>
              <a:rect l="l" t="t" r="r" b="b"/>
              <a:pathLst>
                <a:path w="2537" h="1906" extrusionOk="0">
                  <a:moveTo>
                    <a:pt x="1" y="1"/>
                  </a:moveTo>
                  <a:lnTo>
                    <a:pt x="1" y="1905"/>
                  </a:lnTo>
                  <a:lnTo>
                    <a:pt x="2537" y="1905"/>
                  </a:lnTo>
                  <a:lnTo>
                    <a:pt x="2537" y="1"/>
                  </a:ln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0143;p87">
              <a:extLst>
                <a:ext uri="{FF2B5EF4-FFF2-40B4-BE49-F238E27FC236}">
                  <a16:creationId xmlns:a16="http://schemas.microsoft.com/office/drawing/2014/main" id="{D204EFDB-BC60-8E14-220B-BE5A068C9F29}"/>
                </a:ext>
              </a:extLst>
            </p:cNvPr>
            <p:cNvSpPr/>
            <p:nvPr/>
          </p:nvSpPr>
          <p:spPr>
            <a:xfrm>
              <a:off x="8132556" y="1756546"/>
              <a:ext cx="66622" cy="27914"/>
            </a:xfrm>
            <a:custGeom>
              <a:avLst/>
              <a:gdLst/>
              <a:ahLst/>
              <a:cxnLst/>
              <a:rect l="l" t="t" r="r" b="b"/>
              <a:pathLst>
                <a:path w="2537" h="1063" extrusionOk="0">
                  <a:moveTo>
                    <a:pt x="1" y="0"/>
                  </a:moveTo>
                  <a:lnTo>
                    <a:pt x="1" y="718"/>
                  </a:lnTo>
                  <a:cubicBezTo>
                    <a:pt x="393" y="948"/>
                    <a:pt x="831" y="1063"/>
                    <a:pt x="1269" y="1063"/>
                  </a:cubicBezTo>
                  <a:cubicBezTo>
                    <a:pt x="1707" y="1063"/>
                    <a:pt x="2144" y="948"/>
                    <a:pt x="2537" y="718"/>
                  </a:cubicBezTo>
                  <a:lnTo>
                    <a:pt x="2537" y="0"/>
                  </a:ln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0144;p87">
              <a:extLst>
                <a:ext uri="{FF2B5EF4-FFF2-40B4-BE49-F238E27FC236}">
                  <a16:creationId xmlns:a16="http://schemas.microsoft.com/office/drawing/2014/main" id="{35639066-D3FA-B8F3-C84D-67A915AC81E2}"/>
                </a:ext>
              </a:extLst>
            </p:cNvPr>
            <p:cNvSpPr/>
            <p:nvPr/>
          </p:nvSpPr>
          <p:spPr>
            <a:xfrm>
              <a:off x="8121264" y="1786324"/>
              <a:ext cx="44484" cy="39836"/>
            </a:xfrm>
            <a:custGeom>
              <a:avLst/>
              <a:gdLst/>
              <a:ahLst/>
              <a:cxnLst/>
              <a:rect l="l" t="t" r="r" b="b"/>
              <a:pathLst>
                <a:path w="1694" h="1517" extrusionOk="0">
                  <a:moveTo>
                    <a:pt x="375" y="1"/>
                  </a:moveTo>
                  <a:cubicBezTo>
                    <a:pt x="297" y="1"/>
                    <a:pt x="220" y="43"/>
                    <a:pt x="182" y="120"/>
                  </a:cubicBezTo>
                  <a:lnTo>
                    <a:pt x="0" y="512"/>
                  </a:lnTo>
                  <a:lnTo>
                    <a:pt x="699" y="1431"/>
                  </a:lnTo>
                  <a:cubicBezTo>
                    <a:pt x="740" y="1487"/>
                    <a:pt x="803" y="1516"/>
                    <a:pt x="867" y="1516"/>
                  </a:cubicBezTo>
                  <a:cubicBezTo>
                    <a:pt x="923" y="1516"/>
                    <a:pt x="980" y="1495"/>
                    <a:pt x="1024" y="1450"/>
                  </a:cubicBezTo>
                  <a:lnTo>
                    <a:pt x="1694" y="780"/>
                  </a:lnTo>
                  <a:lnTo>
                    <a:pt x="488" y="34"/>
                  </a:lnTo>
                  <a:cubicBezTo>
                    <a:pt x="453" y="11"/>
                    <a:pt x="414" y="1"/>
                    <a:pt x="375" y="1"/>
                  </a:cubicBezTo>
                  <a:close/>
                </a:path>
              </a:pathLst>
            </a:custGeom>
            <a:solidFill>
              <a:srgbClr val="C5D1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0145;p87">
              <a:extLst>
                <a:ext uri="{FF2B5EF4-FFF2-40B4-BE49-F238E27FC236}">
                  <a16:creationId xmlns:a16="http://schemas.microsoft.com/office/drawing/2014/main" id="{FAF6D4DB-B41D-986A-914F-3131EA5530FE}"/>
                </a:ext>
              </a:extLst>
            </p:cNvPr>
            <p:cNvSpPr/>
            <p:nvPr/>
          </p:nvSpPr>
          <p:spPr>
            <a:xfrm>
              <a:off x="8165748" y="1786324"/>
              <a:ext cx="44484" cy="39836"/>
            </a:xfrm>
            <a:custGeom>
              <a:avLst/>
              <a:gdLst/>
              <a:ahLst/>
              <a:cxnLst/>
              <a:rect l="l" t="t" r="r" b="b"/>
              <a:pathLst>
                <a:path w="1694" h="1517" extrusionOk="0">
                  <a:moveTo>
                    <a:pt x="1319" y="1"/>
                  </a:moveTo>
                  <a:cubicBezTo>
                    <a:pt x="1280" y="1"/>
                    <a:pt x="1241" y="11"/>
                    <a:pt x="1206" y="34"/>
                  </a:cubicBezTo>
                  <a:lnTo>
                    <a:pt x="0" y="780"/>
                  </a:lnTo>
                  <a:lnTo>
                    <a:pt x="679" y="1450"/>
                  </a:lnTo>
                  <a:cubicBezTo>
                    <a:pt x="719" y="1495"/>
                    <a:pt x="774" y="1516"/>
                    <a:pt x="828" y="1516"/>
                  </a:cubicBezTo>
                  <a:cubicBezTo>
                    <a:pt x="891" y="1516"/>
                    <a:pt x="954" y="1487"/>
                    <a:pt x="995" y="1431"/>
                  </a:cubicBezTo>
                  <a:lnTo>
                    <a:pt x="1694" y="512"/>
                  </a:lnTo>
                  <a:lnTo>
                    <a:pt x="1512" y="120"/>
                  </a:lnTo>
                  <a:cubicBezTo>
                    <a:pt x="1474" y="43"/>
                    <a:pt x="1397" y="1"/>
                    <a:pt x="1319" y="1"/>
                  </a:cubicBezTo>
                  <a:close/>
                </a:path>
              </a:pathLst>
            </a:custGeom>
            <a:solidFill>
              <a:srgbClr val="C5D1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0146;p87">
              <a:extLst>
                <a:ext uri="{FF2B5EF4-FFF2-40B4-BE49-F238E27FC236}">
                  <a16:creationId xmlns:a16="http://schemas.microsoft.com/office/drawing/2014/main" id="{E5047475-0FB3-A2AA-957D-0242B119BCFB}"/>
                </a:ext>
              </a:extLst>
            </p:cNvPr>
            <p:cNvSpPr/>
            <p:nvPr/>
          </p:nvSpPr>
          <p:spPr>
            <a:xfrm>
              <a:off x="8110182" y="1668365"/>
              <a:ext cx="110870" cy="105040"/>
            </a:xfrm>
            <a:custGeom>
              <a:avLst/>
              <a:gdLst/>
              <a:ahLst/>
              <a:cxnLst/>
              <a:rect l="l" t="t" r="r" b="b"/>
              <a:pathLst>
                <a:path w="4222" h="4000" extrusionOk="0">
                  <a:moveTo>
                    <a:pt x="1827" y="0"/>
                  </a:moveTo>
                  <a:cubicBezTo>
                    <a:pt x="1282" y="0"/>
                    <a:pt x="810" y="93"/>
                    <a:pt x="575" y="152"/>
                  </a:cubicBezTo>
                  <a:cubicBezTo>
                    <a:pt x="479" y="171"/>
                    <a:pt x="412" y="257"/>
                    <a:pt x="412" y="353"/>
                  </a:cubicBezTo>
                  <a:lnTo>
                    <a:pt x="412" y="860"/>
                  </a:lnTo>
                  <a:cubicBezTo>
                    <a:pt x="412" y="975"/>
                    <a:pt x="374" y="1081"/>
                    <a:pt x="298" y="1157"/>
                  </a:cubicBezTo>
                  <a:lnTo>
                    <a:pt x="116" y="1339"/>
                  </a:lnTo>
                  <a:cubicBezTo>
                    <a:pt x="39" y="1415"/>
                    <a:pt x="1" y="1521"/>
                    <a:pt x="1" y="1636"/>
                  </a:cubicBezTo>
                  <a:lnTo>
                    <a:pt x="1" y="1875"/>
                  </a:lnTo>
                  <a:cubicBezTo>
                    <a:pt x="1" y="3042"/>
                    <a:pt x="948" y="3990"/>
                    <a:pt x="2116" y="3999"/>
                  </a:cubicBezTo>
                  <a:cubicBezTo>
                    <a:pt x="3274" y="3990"/>
                    <a:pt x="4212" y="3042"/>
                    <a:pt x="4221" y="1884"/>
                  </a:cubicBezTo>
                  <a:lnTo>
                    <a:pt x="4221" y="1636"/>
                  </a:lnTo>
                  <a:cubicBezTo>
                    <a:pt x="4221" y="1521"/>
                    <a:pt x="4174" y="1415"/>
                    <a:pt x="4097" y="1339"/>
                  </a:cubicBezTo>
                  <a:lnTo>
                    <a:pt x="3925" y="1157"/>
                  </a:lnTo>
                  <a:cubicBezTo>
                    <a:pt x="3848" y="1081"/>
                    <a:pt x="3800" y="975"/>
                    <a:pt x="3800" y="860"/>
                  </a:cubicBezTo>
                  <a:lnTo>
                    <a:pt x="3800" y="746"/>
                  </a:lnTo>
                  <a:cubicBezTo>
                    <a:pt x="3800" y="659"/>
                    <a:pt x="3762" y="583"/>
                    <a:pt x="3695" y="525"/>
                  </a:cubicBezTo>
                  <a:cubicBezTo>
                    <a:pt x="3135" y="116"/>
                    <a:pt x="2436" y="0"/>
                    <a:pt x="1827" y="0"/>
                  </a:cubicBezTo>
                  <a:close/>
                </a:path>
              </a:pathLst>
            </a:custGeom>
            <a:solidFill>
              <a:srgbClr val="BEC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147;p87">
              <a:extLst>
                <a:ext uri="{FF2B5EF4-FFF2-40B4-BE49-F238E27FC236}">
                  <a16:creationId xmlns:a16="http://schemas.microsoft.com/office/drawing/2014/main" id="{4656A420-051D-093F-328B-811F0E31A6D1}"/>
                </a:ext>
              </a:extLst>
            </p:cNvPr>
            <p:cNvSpPr/>
            <p:nvPr/>
          </p:nvSpPr>
          <p:spPr>
            <a:xfrm>
              <a:off x="8110445" y="1668259"/>
              <a:ext cx="100051" cy="104646"/>
            </a:xfrm>
            <a:custGeom>
              <a:avLst/>
              <a:gdLst/>
              <a:ahLst/>
              <a:cxnLst/>
              <a:rect l="l" t="t" r="r" b="b"/>
              <a:pathLst>
                <a:path w="3810" h="3985" extrusionOk="0">
                  <a:moveTo>
                    <a:pt x="1823" y="1"/>
                  </a:moveTo>
                  <a:cubicBezTo>
                    <a:pt x="1624" y="1"/>
                    <a:pt x="1435" y="13"/>
                    <a:pt x="1264" y="32"/>
                  </a:cubicBezTo>
                  <a:cubicBezTo>
                    <a:pt x="1034" y="60"/>
                    <a:pt x="804" y="99"/>
                    <a:pt x="575" y="156"/>
                  </a:cubicBezTo>
                  <a:cubicBezTo>
                    <a:pt x="479" y="175"/>
                    <a:pt x="412" y="261"/>
                    <a:pt x="412" y="357"/>
                  </a:cubicBezTo>
                  <a:lnTo>
                    <a:pt x="412" y="864"/>
                  </a:lnTo>
                  <a:cubicBezTo>
                    <a:pt x="412" y="979"/>
                    <a:pt x="374" y="1085"/>
                    <a:pt x="297" y="1161"/>
                  </a:cubicBezTo>
                  <a:lnTo>
                    <a:pt x="115" y="1343"/>
                  </a:lnTo>
                  <a:cubicBezTo>
                    <a:pt x="39" y="1419"/>
                    <a:pt x="1" y="1525"/>
                    <a:pt x="1" y="1640"/>
                  </a:cubicBezTo>
                  <a:lnTo>
                    <a:pt x="1" y="1888"/>
                  </a:lnTo>
                  <a:cubicBezTo>
                    <a:pt x="1" y="2951"/>
                    <a:pt x="795" y="3860"/>
                    <a:pt x="1857" y="3984"/>
                  </a:cubicBezTo>
                  <a:cubicBezTo>
                    <a:pt x="1474" y="3592"/>
                    <a:pt x="1264" y="3066"/>
                    <a:pt x="1264" y="2520"/>
                  </a:cubicBezTo>
                  <a:lnTo>
                    <a:pt x="1264" y="979"/>
                  </a:lnTo>
                  <a:cubicBezTo>
                    <a:pt x="1264" y="759"/>
                    <a:pt x="1427" y="577"/>
                    <a:pt x="1637" y="558"/>
                  </a:cubicBezTo>
                  <a:cubicBezTo>
                    <a:pt x="1808" y="536"/>
                    <a:pt x="2026" y="516"/>
                    <a:pt x="2269" y="516"/>
                  </a:cubicBezTo>
                  <a:cubicBezTo>
                    <a:pt x="2747" y="516"/>
                    <a:pt x="3321" y="591"/>
                    <a:pt x="3810" y="864"/>
                  </a:cubicBezTo>
                  <a:lnTo>
                    <a:pt x="3810" y="750"/>
                  </a:lnTo>
                  <a:cubicBezTo>
                    <a:pt x="3810" y="663"/>
                    <a:pt x="3762" y="577"/>
                    <a:pt x="3695" y="529"/>
                  </a:cubicBezTo>
                  <a:cubicBezTo>
                    <a:pt x="3132" y="118"/>
                    <a:pt x="2432" y="1"/>
                    <a:pt x="1823" y="1"/>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0148;p87">
              <a:extLst>
                <a:ext uri="{FF2B5EF4-FFF2-40B4-BE49-F238E27FC236}">
                  <a16:creationId xmlns:a16="http://schemas.microsoft.com/office/drawing/2014/main" id="{5DFE10C5-3946-A2CF-5730-AD09958F9597}"/>
                </a:ext>
              </a:extLst>
            </p:cNvPr>
            <p:cNvSpPr/>
            <p:nvPr/>
          </p:nvSpPr>
          <p:spPr>
            <a:xfrm>
              <a:off x="8071238" y="1818362"/>
              <a:ext cx="33455" cy="44012"/>
            </a:xfrm>
            <a:custGeom>
              <a:avLst/>
              <a:gdLst/>
              <a:ahLst/>
              <a:cxnLst/>
              <a:rect l="l" t="t" r="r" b="b"/>
              <a:pathLst>
                <a:path w="1274" h="1676" extrusionOk="0">
                  <a:moveTo>
                    <a:pt x="230" y="1"/>
                  </a:moveTo>
                  <a:cubicBezTo>
                    <a:pt x="87" y="154"/>
                    <a:pt x="1" y="364"/>
                    <a:pt x="1" y="575"/>
                  </a:cubicBezTo>
                  <a:lnTo>
                    <a:pt x="1" y="1465"/>
                  </a:lnTo>
                  <a:cubicBezTo>
                    <a:pt x="1" y="1580"/>
                    <a:pt x="96" y="1675"/>
                    <a:pt x="211" y="1675"/>
                  </a:cubicBezTo>
                  <a:lnTo>
                    <a:pt x="1273" y="1675"/>
                  </a:lnTo>
                  <a:lnTo>
                    <a:pt x="1273" y="1398"/>
                  </a:lnTo>
                  <a:cubicBezTo>
                    <a:pt x="1273" y="1168"/>
                    <a:pt x="1187" y="958"/>
                    <a:pt x="1025" y="795"/>
                  </a:cubicBezTo>
                  <a:lnTo>
                    <a:pt x="230" y="1"/>
                  </a:lnTo>
                  <a:close/>
                </a:path>
              </a:pathLst>
            </a:custGeom>
            <a:solidFill>
              <a:srgbClr val="C5D1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4023788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96C2B2D7-F592-3953-1005-30FB01981B83}"/>
            </a:ext>
          </a:extLst>
        </p:cNvPr>
        <p:cNvGrpSpPr/>
        <p:nvPr/>
      </p:nvGrpSpPr>
      <p:grpSpPr>
        <a:xfrm>
          <a:off x="0" y="0"/>
          <a:ext cx="0" cy="0"/>
          <a:chOff x="0" y="0"/>
          <a:chExt cx="0" cy="0"/>
        </a:xfrm>
      </p:grpSpPr>
      <p:sp>
        <p:nvSpPr>
          <p:cNvPr id="325" name="Google Shape;325;p40">
            <a:extLst>
              <a:ext uri="{FF2B5EF4-FFF2-40B4-BE49-F238E27FC236}">
                <a16:creationId xmlns:a16="http://schemas.microsoft.com/office/drawing/2014/main" id="{B32906D5-E0C4-65F6-2CC4-53C2C11F0C4D}"/>
              </a:ext>
            </a:extLst>
          </p:cNvPr>
          <p:cNvSpPr txBox="1">
            <a:spLocks noGrp="1"/>
          </p:cNvSpPr>
          <p:nvPr>
            <p:ph type="title" idx="9"/>
          </p:nvPr>
        </p:nvSpPr>
        <p:spPr>
          <a:xfrm>
            <a:off x="718282" y="304009"/>
            <a:ext cx="7704000" cy="5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References</a:t>
            </a:r>
            <a:endParaRPr dirty="0">
              <a:solidFill>
                <a:schemeClr val="dk1"/>
              </a:solidFill>
              <a:latin typeface="Encode Sans Medium"/>
              <a:ea typeface="Encode Sans Medium"/>
              <a:cs typeface="Encode Sans Medium"/>
              <a:sym typeface="Encode Sans Medium"/>
            </a:endParaRPr>
          </a:p>
        </p:txBody>
      </p:sp>
      <p:sp>
        <p:nvSpPr>
          <p:cNvPr id="2" name="Google Shape;323;p40">
            <a:extLst>
              <a:ext uri="{FF2B5EF4-FFF2-40B4-BE49-F238E27FC236}">
                <a16:creationId xmlns:a16="http://schemas.microsoft.com/office/drawing/2014/main" id="{DDDAA275-A7D3-9D91-6235-9C1A26CB4886}"/>
              </a:ext>
            </a:extLst>
          </p:cNvPr>
          <p:cNvSpPr txBox="1">
            <a:spLocks/>
          </p:cNvSpPr>
          <p:nvPr/>
        </p:nvSpPr>
        <p:spPr>
          <a:xfrm>
            <a:off x="718282" y="1108788"/>
            <a:ext cx="7921430" cy="3730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1pPr>
            <a:lvl2pPr marL="914400" marR="0" lvl="1"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2pPr>
            <a:lvl3pPr marL="1371600" marR="0" lvl="2"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3pPr>
            <a:lvl4pPr marL="1828800" marR="0" lvl="3"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4pPr>
            <a:lvl5pPr marL="2286000" marR="0" lvl="4"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5pPr>
            <a:lvl6pPr marL="2743200" marR="0" lvl="5"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6pPr>
            <a:lvl7pPr marL="3200400" marR="0" lvl="6"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7pPr>
            <a:lvl8pPr marL="3657600" marR="0" lvl="7"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8pPr>
            <a:lvl9pPr marL="4114800" marR="0" lvl="8" indent="-323850" algn="l" rtl="0">
              <a:lnSpc>
                <a:spcPct val="100000"/>
              </a:lnSpc>
              <a:spcBef>
                <a:spcPts val="0"/>
              </a:spcBef>
              <a:spcAft>
                <a:spcPts val="0"/>
              </a:spcAft>
              <a:buClr>
                <a:schemeClr val="dk1"/>
              </a:buClr>
              <a:buSzPts val="1500"/>
              <a:buFont typeface="Archivo"/>
              <a:buNone/>
              <a:defRPr sz="1500" b="0" i="0" u="none" strike="noStrike" cap="none">
                <a:solidFill>
                  <a:schemeClr val="dk1"/>
                </a:solidFill>
                <a:latin typeface="Archivo"/>
                <a:ea typeface="Archivo"/>
                <a:cs typeface="Archivo"/>
                <a:sym typeface="Archivo"/>
              </a:defRPr>
            </a:lvl9pPr>
          </a:lstStyle>
          <a:p>
            <a:pPr marL="228600" indent="-228600">
              <a:buAutoNum type="arabicParenR"/>
            </a:pPr>
            <a:r>
              <a:rPr lang="en-US" sz="1200" dirty="0">
                <a:latin typeface="Archivo" panose="020B0604020202020204" charset="0"/>
                <a:cs typeface="Archivo" panose="020B0604020202020204" charset="0"/>
                <a:hlinkClick r:id="rId3"/>
              </a:rPr>
              <a:t>https://www.apu.apus.edu/area-of-study/information-technology/resources/what-is-cyber-warfare/</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4"/>
              </a:rPr>
              <a:t>https://tdhj.org/blog/post/ai-cyber-warfare/</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5"/>
              </a:rPr>
              <a:t>https://cybersecurityguide.org/resources/cyberwarfare/</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6"/>
              </a:rPr>
              <a:t>https://www.crowdstrike.com/en-us/cybersecurity-101/threat-intelligence/cyber-espionage/</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7"/>
              </a:rPr>
              <a:t>https://www.csis.org/programs/strategic-technologies-program/significant-cyber-incidents</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8"/>
              </a:rPr>
              <a:t>https://blog.tixeo.com/en/cyberwarfare-strategies-threats-and-global-geopolitical-challenges/</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9"/>
              </a:rPr>
              <a:t>https://www.euronews.com/my-europe/2024/07/18/huge-disinformation-networks-ensnared-france-and-germany-ahead-of-eu-elections</a:t>
            </a:r>
            <a:endParaRPr lang="en-US" sz="1200" dirty="0">
              <a:latin typeface="Archivo" panose="020B0604020202020204" charset="0"/>
              <a:cs typeface="Archivo" panose="020B0604020202020204" charset="0"/>
            </a:endParaRPr>
          </a:p>
          <a:p>
            <a:pPr marL="228600" indent="-228600">
              <a:buAutoNum type="arabicParenR"/>
            </a:pPr>
            <a:r>
              <a:rPr lang="en-US" sz="1200" dirty="0">
                <a:latin typeface="Archivo" panose="020B0604020202020204" charset="0"/>
                <a:cs typeface="Archivo" panose="020B0604020202020204" charset="0"/>
                <a:hlinkClick r:id="rId10"/>
              </a:rPr>
              <a:t>https://www.cisa.gov/topics/cyber-threats-and-advisories/nation-state-cyber-actors</a:t>
            </a:r>
            <a:endParaRPr lang="en-US" sz="1200" dirty="0">
              <a:latin typeface="Archivo" panose="020B0604020202020204" charset="0"/>
              <a:cs typeface="Archivo" panose="020B0604020202020204" charset="0"/>
            </a:endParaRPr>
          </a:p>
          <a:p>
            <a:pPr marL="0" indent="0"/>
            <a:r>
              <a:rPr lang="en-US" sz="1200" dirty="0">
                <a:latin typeface="Archivo" panose="020B0604020202020204" charset="0"/>
                <a:cs typeface="Archivo" panose="020B0604020202020204" charset="0"/>
              </a:rPr>
              <a:t> </a:t>
            </a:r>
          </a:p>
        </p:txBody>
      </p:sp>
    </p:spTree>
    <p:extLst>
      <p:ext uri="{BB962C8B-B14F-4D97-AF65-F5344CB8AC3E}">
        <p14:creationId xmlns:p14="http://schemas.microsoft.com/office/powerpoint/2010/main" val="78181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1">
          <a:extLst>
            <a:ext uri="{FF2B5EF4-FFF2-40B4-BE49-F238E27FC236}">
              <a16:creationId xmlns:a16="http://schemas.microsoft.com/office/drawing/2014/main" id="{C10E3342-9AE2-99BE-6F4D-66992C596387}"/>
            </a:ext>
          </a:extLst>
        </p:cNvPr>
        <p:cNvGrpSpPr/>
        <p:nvPr/>
      </p:nvGrpSpPr>
      <p:grpSpPr>
        <a:xfrm>
          <a:off x="0" y="0"/>
          <a:ext cx="0" cy="0"/>
          <a:chOff x="0" y="0"/>
          <a:chExt cx="0" cy="0"/>
        </a:xfrm>
      </p:grpSpPr>
      <p:sp>
        <p:nvSpPr>
          <p:cNvPr id="296" name="Google Shape;296;p37">
            <a:extLst>
              <a:ext uri="{FF2B5EF4-FFF2-40B4-BE49-F238E27FC236}">
                <a16:creationId xmlns:a16="http://schemas.microsoft.com/office/drawing/2014/main" id="{3C9F93D0-BD4D-9BFA-2C4B-56486CC25B56}"/>
              </a:ext>
            </a:extLst>
          </p:cNvPr>
          <p:cNvSpPr txBox="1">
            <a:spLocks noGrp="1"/>
          </p:cNvSpPr>
          <p:nvPr>
            <p:ph type="ctrTitle"/>
          </p:nvPr>
        </p:nvSpPr>
        <p:spPr>
          <a:xfrm>
            <a:off x="2647185" y="72116"/>
            <a:ext cx="3849625" cy="227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000" dirty="0"/>
              <a:t>Questions? </a:t>
            </a:r>
            <a:endParaRPr lang="en-US" sz="3200" dirty="0">
              <a:solidFill>
                <a:schemeClr val="dk1"/>
              </a:solidFill>
              <a:latin typeface="Encode Sans Medium"/>
              <a:ea typeface="Encode Sans Medium"/>
              <a:cs typeface="Encode Sans Medium"/>
              <a:sym typeface="Encode Sans Medium"/>
            </a:endParaRPr>
          </a:p>
        </p:txBody>
      </p:sp>
      <p:pic>
        <p:nvPicPr>
          <p:cNvPr id="3074" name="Picture 2" descr="Cyber Warfare Operations - U.S. Air Force">
            <a:extLst>
              <a:ext uri="{FF2B5EF4-FFF2-40B4-BE49-F238E27FC236}">
                <a16:creationId xmlns:a16="http://schemas.microsoft.com/office/drawing/2014/main" id="{20F608C1-A8E1-8AC8-F290-E51FD57E2E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763" b="24026"/>
          <a:stretch>
            <a:fillRect/>
          </a:stretch>
        </p:blipFill>
        <p:spPr bwMode="auto">
          <a:xfrm>
            <a:off x="-80681" y="2698519"/>
            <a:ext cx="9224681" cy="2494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259497"/>
      </p:ext>
    </p:extLst>
  </p:cSld>
  <p:clrMapOvr>
    <a:masterClrMapping/>
  </p:clrMapOvr>
</p:sld>
</file>

<file path=ppt/theme/theme1.xml><?xml version="1.0" encoding="utf-8"?>
<a:theme xmlns:a="http://schemas.openxmlformats.org/drawingml/2006/main" name="Event Inauguration Marketing Theme by Slidesgo">
  <a:themeElements>
    <a:clrScheme name="Simple Light">
      <a:dk1>
        <a:srgbClr val="101726"/>
      </a:dk1>
      <a:lt1>
        <a:srgbClr val="FFFFFF"/>
      </a:lt1>
      <a:dk2>
        <a:srgbClr val="E6E7E9"/>
      </a:dk2>
      <a:lt2>
        <a:srgbClr val="D91A3D"/>
      </a:lt2>
      <a:accent1>
        <a:srgbClr val="8C0821"/>
      </a:accent1>
      <a:accent2>
        <a:srgbClr val="FD5171"/>
      </a:accent2>
      <a:accent3>
        <a:srgbClr val="526A9E"/>
      </a:accent3>
      <a:accent4>
        <a:srgbClr val="304573"/>
      </a:accent4>
      <a:accent5>
        <a:srgbClr val="D8D8DA"/>
      </a:accent5>
      <a:accent6>
        <a:srgbClr val="FFFFFF"/>
      </a:accent6>
      <a:hlink>
        <a:srgbClr val="1017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1385</TotalTime>
  <Words>1185</Words>
  <Application>Microsoft Office PowerPoint</Application>
  <PresentationFormat>On-screen Show (16:9)</PresentationFormat>
  <Paragraphs>112</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Encode Sans Black</vt:lpstr>
      <vt:lpstr>Encode Sans Medium</vt:lpstr>
      <vt:lpstr>Fredoka One</vt:lpstr>
      <vt:lpstr>Arial</vt:lpstr>
      <vt:lpstr>Archivo</vt:lpstr>
      <vt:lpstr>Palanquin Dark</vt:lpstr>
      <vt:lpstr>Encode Sans</vt:lpstr>
      <vt:lpstr>Event Inauguration Marketing Theme by Slidesgo</vt:lpstr>
      <vt:lpstr>Rise of Cyber Warfare Tactics and Their Threat to National  Sovereignties</vt:lpstr>
      <vt:lpstr>Table of Contents</vt:lpstr>
      <vt:lpstr>Introduction – What is Cyber Warfare? </vt:lpstr>
      <vt:lpstr>Case Study – Real World Examples</vt:lpstr>
      <vt:lpstr>Modern Day Cyber War Tactics</vt:lpstr>
      <vt:lpstr>Modern Day Cyber War Tactics Con.</vt:lpstr>
      <vt:lpstr>Defense Strategies </vt:lpstr>
      <vt:lpstr>Cyber Warfare Statistics and Data </vt:lpstr>
      <vt:lpstr>Conclusion Threat to National Soverignties and Security? </vt:lpstr>
      <vt:lpstr>References</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Jamison M Durham</cp:lastModifiedBy>
  <cp:revision>1</cp:revision>
  <dcterms:modified xsi:type="dcterms:W3CDTF">2025-11-19T16:16:02Z</dcterms:modified>
</cp:coreProperties>
</file>